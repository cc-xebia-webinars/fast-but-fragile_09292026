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6" r:id="rId4"/>
  </p:sldMasterIdLst>
  <p:notesMasterIdLst>
    <p:notesMasterId r:id="rId42"/>
  </p:notesMasterIdLst>
  <p:handoutMasterIdLst>
    <p:handoutMasterId r:id="rId43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37E382B-9C36-7E49-84E8-BCE19F3983A8}">
          <p14:sldIdLst>
            <p14:sldId id="290"/>
          </p14:sldIdLst>
        </p14:section>
        <p14:section name="Best practices" id="{D9E1D182-6CB3-A340-86A3-096129157E2B}">
          <p14:sldIdLst>
            <p14:sldId id="287"/>
          </p14:sldIdLst>
        </p14:section>
        <p14:section name="Title slide" id="{6AB36275-C348-AC45-85CC-F165143366DA}">
          <p14:sldIdLst>
            <p14:sldId id="256"/>
            <p14:sldId id="257"/>
          </p14:sldIdLst>
        </p14:section>
        <p14:section name="Table of contents" id="{86CE6255-5E44-4749-A15C-64EEE2E9D874}">
          <p14:sldIdLst>
            <p14:sldId id="258"/>
            <p14:sldId id="259"/>
            <p14:sldId id="293"/>
          </p14:sldIdLst>
        </p14:section>
        <p14:section name="Speaker" id="{85A8668F-66EB-C54B-89FC-8F7FC62EE839}">
          <p14:sldIdLst>
            <p14:sldId id="260"/>
            <p14:sldId id="261"/>
          </p14:sldIdLst>
        </p14:section>
        <p14:section name="Basic slides" id="{D3120F04-6292-7743-BAA1-49B334691664}">
          <p14:sldIdLst>
            <p14:sldId id="262"/>
            <p14:sldId id="288"/>
            <p14:sldId id="289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lides with photos" id="{E56F723F-80B1-964E-97F9-92859EEE4ACA}">
          <p14:sldIdLst>
            <p14:sldId id="270"/>
            <p14:sldId id="271"/>
            <p14:sldId id="272"/>
            <p14:sldId id="273"/>
            <p14:sldId id="274"/>
            <p14:sldId id="292"/>
            <p14:sldId id="275"/>
            <p14:sldId id="291"/>
          </p14:sldIdLst>
        </p14:section>
        <p14:section name="Chapter" id="{02518A49-418B-8D42-B42E-5877408620A9}">
          <p14:sldIdLst>
            <p14:sldId id="276"/>
            <p14:sldId id="277"/>
          </p14:sldIdLst>
        </p14:section>
        <p14:section name="Contact" id="{F6674AEC-044C-8C4B-91EE-743F2C734E08}">
          <p14:sldIdLst>
            <p14:sldId id="279"/>
            <p14:sldId id="280"/>
          </p14:sldIdLst>
        </p14:section>
        <p14:section name="Additional systems" id="{4BA3E141-CA6D-3349-855D-3513418BA647}">
          <p14:sldIdLst>
            <p14:sldId id="283"/>
            <p14:sldId id="286"/>
            <p14:sldId id="284"/>
            <p14:sldId id="285"/>
          </p14:sldIdLst>
        </p14:section>
        <p14:section name="End cover" id="{BDD90832-9E3D-2741-ACCD-47E320043833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18D806-E6FF-8F50-3248-A5C31721EB4B}" name="Lukasz Jankowski" initials="LJ" userId="S::l.jankowski@tkhsecurity.com::8db01f9a-2cb7-4184-8075-6159447da6df" providerId="AD"/>
  <p188:author id="{92FFE837-73C3-6AC0-06CD-A1D070AF6CCC}" name="Tomasz Czyzkowski" initials="TC" userId="S::t.czyzkowski@tkhsecurity.com::cb391e26-0ec7-42b7-9d11-5fd467a61d0e" providerId="AD"/>
  <p188:author id="{0C85513B-BFFC-31EA-8110-F23643AA48B5}" name="James Blackhouse" initials="JB" userId="S::j.blackhouse@tkhsecurity.com::e9bee8b6-a9fd-46f1-a654-e9978a71fa20" providerId="AD"/>
  <p188:author id="{A7C98A5F-D624-C4C8-99CF-5D2436618900}" name="Michel Binnekade" initials="MB" userId="S::m.binnekade@tkhsecurity.com::025eaaf3-27f0-434a-beef-25af5024a4a8" providerId="AD"/>
  <p188:author id="{821F2196-9111-6A38-AA96-1131B7936930}" name="Maurice Moerkerk" initials="MM" userId="S::m.moerkerk@tkhsecurity.com::e5721b2c-9263-49ed-9592-4b00baa61d7c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ie Rodenhiser" initials="KR" lastIdx="1" clrIdx="0">
    <p:extLst>
      <p:ext uri="{19B8F6BF-5375-455C-9EA6-DF929625EA0E}">
        <p15:presenceInfo xmlns:p15="http://schemas.microsoft.com/office/powerpoint/2012/main" userId="b16a09752826990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1E53"/>
    <a:srgbClr val="CCCC00"/>
    <a:srgbClr val="C5D800"/>
    <a:srgbClr val="000000"/>
    <a:srgbClr val="FFFFFF"/>
    <a:srgbClr val="BBBDC7"/>
    <a:srgbClr val="63666F"/>
    <a:srgbClr val="3C483A"/>
    <a:srgbClr val="3333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95"/>
    <p:restoredTop sz="96327"/>
  </p:normalViewPr>
  <p:slideViewPr>
    <p:cSldViewPr snapToGrid="0">
      <p:cViewPr>
        <p:scale>
          <a:sx n="118" d="100"/>
          <a:sy n="118" d="100"/>
        </p:scale>
        <p:origin x="104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42" Type="http://schemas.openxmlformats.org/officeDocument/2006/relationships/notesMaster" Target="notesMasters/notesMaster1.xml"/><Relationship Id="rId43" Type="http://schemas.openxmlformats.org/officeDocument/2006/relationships/handoutMaster" Target="handoutMasters/handoutMaster1.xml"/><Relationship Id="rId44" Type="http://schemas.openxmlformats.org/officeDocument/2006/relationships/commentAuthors" Target="commentAuthor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DE0C97-FC84-4FA3-94B2-A2693F1DF8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66CDB-08FD-4215-945B-F7E4727980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A187C-FE9A-4CBF-8DC5-46EDAAA4812B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C9E8D8-AB29-4310-8001-F9AAE19A1F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15E8FD-5003-4D3A-9435-D56C001B35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67EC5-5FFB-4456-A040-A0D3DA729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325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07F3D-707A-0642-BB43-33570534D262}" type="datetimeFigureOut">
              <a:rPr lang="nl-NL" smtClean="0"/>
              <a:t>22-1-2025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436E3-AA75-1C45-8244-94B7C1AF873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27904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introductions. Set expectations: about 20 minutes of slides, four demos, questions throughout.</a:t>
            </a:r>
          </a:p>
          <a:p>
            <a:r>
              <a:t>Frame the session: AI tools make us faster, and today is about keeping that speed without shipping fragile code.</a:t>
            </a:r>
          </a:p>
          <a:p>
            <a:r>
              <a:t>All demos use GitHub Copilot in VS Code, Python, and uv. The repo has everything needed to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six agenda items briefly.</a:t>
            </a:r>
          </a:p>
          <a:p>
            <a:r>
              <a:t>Point out the rhythm: a short set of slides, then a demo that makes the idea concrete.</a:t>
            </a:r>
          </a:p>
          <a:p>
            <a:r>
              <a:t>Demo 1 follows the failure modes, Demo 2 follows metrics, Demo 3 follows the safety net, Demo 4 follows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changes the economics: writing code is cheap, verifying it isn't.</a:t>
            </a:r>
          </a:p>
          <a:p>
            <a:r>
              <a:t>Volume: assistants produce more code than reviewers can read closely.</a:t>
            </a:r>
          </a:p>
          <a:p>
            <a:r>
              <a:t>Plausibility: generated code has good names, docstrings, and structure, so it reads as trustworthy.</a:t>
            </a:r>
          </a:p>
          <a:p>
            <a:r>
              <a:t>"Looks right": reviewers relax when code reads well, and subtle defects slip through.</a:t>
            </a:r>
          </a:p>
          <a:p>
            <a:r>
              <a:t>The bottleneck moves from typing to verification, which is what the rest of the session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failure modes we'll see live in Demo 1.</a:t>
            </a:r>
          </a:p>
          <a:p>
            <a:r>
              <a:t>Subtle logic errors: the code matches the shape of the request but misses a boundary, like &gt; instead of &gt;=.</a:t>
            </a:r>
          </a:p>
          <a:p>
            <a:r>
              <a:t>Outdated patterns: training data includes old idioms, like datetime.utcnow(), deprecated since Python 3.12.</a:t>
            </a:r>
          </a:p>
          <a:p>
            <a:r>
              <a:t>Hallucinated APIs: plausible names that don't exist, like statistics.quantile. They hide on rarely run paths.</a:t>
            </a:r>
          </a:p>
          <a:p>
            <a:r>
              <a:t>Silent security gaps: SQL built with f-strings, random instead of secrets. They work fine for honest input.</a:t>
            </a:r>
          </a:p>
          <a:p>
            <a:r>
              <a:t>Common thread: none of these crash the happy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Pricing module generated from a reasonable prompt. Tests pass, 97% coverage.</a:t>
            </a:r>
          </a:p>
          <a:p>
            <a:r>
              <a:t>Ask Copilot to review it, then run the probes: all seven fail.</a:t>
            </a:r>
          </a:p>
          <a:p>
            <a:r>
              <a:t>Walk each failure back to one of the four failure modes.</a:t>
            </a:r>
          </a:p>
          <a:p>
            <a:r>
              <a:t>Show the reference fix and rerun the probes with --impl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quality dimensions don't change with AI, but the risks inside each one do.</a:t>
            </a:r>
          </a:p>
          <a:p>
            <a:r>
              <a:t>Correctness: AI matches the shape of the request and misses details, especially boundaries.</a:t>
            </a:r>
          </a:p>
          <a:p>
            <a:r>
              <a:t>Maintainability: mixed styles and outdated idioms creep in when every suggestion comes from a different context.</a:t>
            </a:r>
          </a:p>
          <a:p>
            <a:r>
              <a:t>Security: insecure patterns are common in training data, so they're common in suggestions.</a:t>
            </a:r>
          </a:p>
          <a:p>
            <a:r>
              <a:t>Test coverage: assistants write tests that pass, and passing isn't the same as protecting.</a:t>
            </a:r>
          </a:p>
          <a:p>
            <a:r>
              <a:t>Next slide: how to measure these without fooling ourselves.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tracking: mutation score tells you whether tests would catch a bug. Escaped defects show what got past review and testing. DORA's change fail rate and deployment rework rate show the cost downstream.</a:t>
            </a:r>
          </a:p>
          <a:p>
            <a:r>
              <a:t>Vanity on their own: lines of AI code measures volume, not value. Suggestion acceptance measures trust, not correctness. Coverage percentage only proves lines ran.</a:t>
            </a:r>
          </a:p>
          <a:p>
            <a:r>
              <a:t>Coverage is still useful as a floor; it's a poor goal. Demo 2 shows 100% coverage with a 12% mutation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code, weak tests, 100% coverage.</a:t>
            </a:r>
          </a:p>
          <a:p>
            <a:r>
              <a:t>Mutation check: 2 of 17 mutants killed.</a:t>
            </a:r>
          </a:p>
          <a:p>
            <a:r>
              <a:t>Prompt Copilot for boundary tests and a Hypothesis property, then rerun.</a:t>
            </a:r>
          </a:p>
          <a:p>
            <a:r>
              <a:t>Fallback suite kills 16 of 17; the survivor is an equivalent mutant.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Defense in depth: five layers, each catching what the one before it missed.</a:t>
            </a:r>
          </a:p>
          <a:p>
            <a:r>
              <a:t>Standards: instructions and specs steer generation before code exists (Demo 4).</a:t>
            </a:r>
          </a:p>
          <a:p>
            <a:r>
              <a:t>Editor review: ask Copilot to review before you commit.</a:t>
            </a:r>
          </a:p>
          <a:p>
            <a:r>
              <a:t>Local gate: one command runs lint, strict types, and tests (Demo 3).</a:t>
            </a:r>
          </a:p>
          <a:p>
            <a:r>
              <a:t>CI: the same gate, in a place nobody can skip.</a:t>
            </a:r>
          </a:p>
          <a:p>
            <a:r>
              <a:t>Human review: requirements, intent, and judgment, the part tools can't do.</a:t>
            </a:r>
          </a:p>
          <a:p>
            <a:r>
              <a:t>Automate everything a tool can check so people spend attention where it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Tune the gate for the ways AI code breaks, not just for style.</a:t>
            </a:r>
          </a:p>
          <a:p>
            <a:r>
              <a:t>mypy flags a hallucinated API before anything runs. Strict mode requires type hints, so no function body goes unchecked.</a:t>
            </a:r>
          </a:p>
          <a:p>
            <a:r>
              <a:t>Ruff's S rules (from bandit) flag f-string SQL and weak randomness; DTZ flags utcnow and naive datetimes; UP modernizes outdated syntax.</a:t>
            </a:r>
          </a:p>
          <a:p>
            <a:r>
              <a:t>Treat DeprecationWarning as an error so outdated patterns fail tests.</a:t>
            </a:r>
          </a:p>
          <a:p>
            <a:r>
              <a:t>A coverage floor stops untested code from landing; don't treat it as the goal.</a:t>
            </a:r>
          </a:p>
          <a:p>
            <a:r>
              <a:t>Never let the assistant fix the gate by adding noqa or type: 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tools/gate.py on the generated refunds module: ruff, mypy, and pytest all fail.</a:t>
            </a:r>
          </a:p>
          <a:p>
            <a:r>
              <a:t>Map each finding to a failure mode. mypy catches the hallucinated API.</a:t>
            </a:r>
          </a:p>
          <a:p>
            <a:r>
              <a:t>Feed the output to Copilot with the Agent role and "don't suppress", then rerun.</a:t>
            </a:r>
          </a:p>
          <a:p>
            <a:r>
              <a:t>Use Copilot review to find the day-30 boundary bug the gate can't see.</a:t>
            </a:r>
          </a:p>
          <a:p>
            <a:r>
              <a:t>Show the CI workflow and the PR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Copilot reads three kinds of files from the repository, and they're where team standards belong.</a:t>
            </a:r>
          </a:p>
          <a:p>
            <a:r>
              <a:t>copilot-instructions.md: repo-wide rules added to every chat, agent session, and Copilot code review.</a:t>
            </a:r>
          </a:p>
          <a:p>
            <a:r>
              <a:t>*.instructions.md with applyTo: rules scoped to file patterns, such as tests only.</a:t>
            </a:r>
          </a:p>
          <a:p>
            <a:r>
              <a:t>*.prompt.md: reusable prompts, run in chat as slash commands.</a:t>
            </a:r>
          </a:p>
          <a:p>
            <a:r>
              <a:t>Start from the comments you keep leaving in code review. Those are the standards Copilot doesn't know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Kit is GitHub's open-source toolkit for spec-driven development, and it works with Copilot.</a:t>
            </a:r>
          </a:p>
          <a:p>
            <a:r>
              <a:t>Constitution: the principles every plan must meet. Ours encode the fixes from the earlier demos.</a:t>
            </a:r>
          </a:p>
          <a:p>
            <a:r>
              <a:t>Specify: what and why, with the boundaries written out. Spec Kit marks anything ambiguous instead of guessing.</a:t>
            </a:r>
          </a:p>
          <a:p>
            <a:r>
              <a:t>Plan: the how, including an explicit constitution check.</a:t>
            </a:r>
          </a:p>
          <a:p>
            <a:r>
              <a:t>Tasks: small, ordered, test-first steps that are easy to review.</a:t>
            </a:r>
          </a:p>
          <a:p>
            <a:r>
              <a:t>Implement: the agent builds from the tasks.</a:t>
            </a:r>
          </a:p>
          <a:p>
            <a:r>
              <a:t>Converge: compares the code with the spec and plan, and appends remaining work as tasks. Repeat implement and converge until it reports converged, then the gate verifies.</a:t>
            </a:r>
          </a:p>
          <a:p>
            <a:r>
              <a:t>specify init scaffolds from bundled templates, so it works offline once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copilot-instructions.md, the scoped test instructions, and the prompt file.</a:t>
            </a:r>
          </a:p>
          <a:p>
            <a:r>
              <a:t>specify init, then constitution, specify, plan, tasks, implement, converge.</a:t>
            </a:r>
          </a:p>
          <a:p>
            <a:r>
              <a:t>Take questions while implement runs.</a:t>
            </a:r>
          </a:p>
          <a:p>
            <a:r>
              <a:t>Run the gate and compare the result with Demo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practical changes, roughly in order of effort.</a:t>
            </a:r>
          </a:p>
          <a:p>
            <a:r>
              <a:t>Strict typing and security lint rules are a configuration change with an immediate payoff.</a:t>
            </a:r>
          </a:p>
          <a:p>
            <a:r>
              <a:t>Failing on deprecation warnings keeps outdated patterns out.</a:t>
            </a:r>
          </a:p>
          <a:p>
            <a:r>
              <a:t>Report mutation score next to coverage, even on one critical module to start.</a:t>
            </a:r>
          </a:p>
          <a:p>
            <a:r>
              <a:t>Write copilot-instructions.md from existing review comments.</a:t>
            </a:r>
          </a:p>
          <a:p>
            <a:r>
              <a:t>Pilot Spec Kit on a single, well-bounded feature before rolling it out.</a:t>
            </a:r>
          </a:p>
          <a:p>
            <a:r>
              <a:t>Everything from today is in the repo, including the demos and their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for questions.</a:t>
            </a:r>
          </a:p>
          <a:p>
            <a:r>
              <a:t>Remind attendees that the slides and demos are in the repository.</a:t>
            </a:r>
          </a:p>
          <a:p>
            <a:r>
              <a:t>Thank everyone for attending.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-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5542224"/>
            <a:ext cx="5545138" cy="76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298206"/>
            <a:ext cx="5545138" cy="1244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the</a:t>
            </a:r>
            <a:br>
              <a:rPr lang="en-GB" dirty="0"/>
            </a:br>
            <a:r>
              <a:rPr lang="en-GB" dirty="0"/>
              <a:t>presentation</a:t>
            </a:r>
            <a:endParaRPr lang="en-PL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D4A6AB5-6FB6-1B9F-5FF3-BD1A22BCC6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5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-cov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2" y="5542224"/>
            <a:ext cx="5545138" cy="7663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298206"/>
            <a:ext cx="5545138" cy="124401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the</a:t>
            </a:r>
            <a:br>
              <a:rPr lang="en-GB" dirty="0"/>
            </a:br>
            <a:r>
              <a:rPr lang="en-GB" dirty="0"/>
              <a:t>presentation</a:t>
            </a:r>
            <a:endParaRPr lang="en-P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0F5D002-CB2A-CDB8-B066-EF9C29CF2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49049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pho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E160A-0514-EFDC-B468-65BCB476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090C62-63EE-C783-3628-6FD1DFD6EB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1436914"/>
            <a:ext cx="5545138" cy="48620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Table of contents</a:t>
            </a:r>
          </a:p>
          <a:p>
            <a:pPr lvl="1"/>
            <a:r>
              <a:rPr lang="en-GB" dirty="0"/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F9747-9017-231A-73B0-F1E43265F031}"/>
              </a:ext>
            </a:extLst>
          </p:cNvPr>
          <p:cNvSpPr txBox="1"/>
          <p:nvPr userDrawn="1"/>
        </p:nvSpPr>
        <p:spPr>
          <a:xfrm>
            <a:off x="554038" y="453513"/>
            <a:ext cx="3342903" cy="55399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</a:rPr>
              <a:t>Table of contents</a:t>
            </a:r>
            <a:endParaRPr lang="en-PL" sz="3000" b="1" dirty="0">
              <a:solidFill>
                <a:schemeClr val="tx2"/>
              </a:solidFill>
            </a:endParaRP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F8E301CF-DA29-892F-5D25-A40CFC0DBDE9}"/>
              </a:ext>
            </a:extLst>
          </p:cNvPr>
          <p:cNvSpPr/>
          <p:nvPr/>
        </p:nvSpPr>
        <p:spPr>
          <a:xfrm rot="1079142">
            <a:off x="7060401" y="1532904"/>
            <a:ext cx="4341607" cy="4670103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bg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PL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E509DF0-4947-3F77-001C-EE500A459484}"/>
              </a:ext>
            </a:extLst>
          </p:cNvPr>
          <p:cNvSpPr/>
          <p:nvPr userDrawn="1"/>
        </p:nvSpPr>
        <p:spPr>
          <a:xfrm>
            <a:off x="5411972" y="3867956"/>
            <a:ext cx="6780029" cy="2990045"/>
          </a:xfrm>
          <a:custGeom>
            <a:avLst/>
            <a:gdLst>
              <a:gd name="connsiteX0" fmla="*/ 4839944 w 6780029"/>
              <a:gd name="connsiteY0" fmla="*/ 81 h 2990045"/>
              <a:gd name="connsiteX1" fmla="*/ 5025291 w 6780029"/>
              <a:gd name="connsiteY1" fmla="*/ 7366 h 2990045"/>
              <a:gd name="connsiteX2" fmla="*/ 6687407 w 6780029"/>
              <a:gd name="connsiteY2" fmla="*/ 597420 h 2990045"/>
              <a:gd name="connsiteX3" fmla="*/ 6780029 w 6780029"/>
              <a:gd name="connsiteY3" fmla="*/ 660808 h 2990045"/>
              <a:gd name="connsiteX4" fmla="*/ 6780029 w 6780029"/>
              <a:gd name="connsiteY4" fmla="*/ 2990045 h 2990045"/>
              <a:gd name="connsiteX5" fmla="*/ 0 w 6780029"/>
              <a:gd name="connsiteY5" fmla="*/ 2990045 h 2990045"/>
              <a:gd name="connsiteX6" fmla="*/ 6170 w 6780029"/>
              <a:gd name="connsiteY6" fmla="*/ 2961867 h 2990045"/>
              <a:gd name="connsiteX7" fmla="*/ 2108136 w 6780029"/>
              <a:gd name="connsiteY7" fmla="*/ 966347 h 2990045"/>
              <a:gd name="connsiteX8" fmla="*/ 2108620 w 6780029"/>
              <a:gd name="connsiteY8" fmla="*/ 966347 h 2990045"/>
              <a:gd name="connsiteX9" fmla="*/ 4839944 w 6780029"/>
              <a:gd name="connsiteY9" fmla="*/ 81 h 299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780029" h="2990045">
                <a:moveTo>
                  <a:pt x="4839944" y="81"/>
                </a:moveTo>
                <a:cubicBezTo>
                  <a:pt x="4901551" y="537"/>
                  <a:pt x="4963327" y="2934"/>
                  <a:pt x="5025291" y="7366"/>
                </a:cubicBezTo>
                <a:cubicBezTo>
                  <a:pt x="5583247" y="47251"/>
                  <a:pt x="6155762" y="252299"/>
                  <a:pt x="6687407" y="597420"/>
                </a:cubicBezTo>
                <a:lnTo>
                  <a:pt x="6780029" y="660808"/>
                </a:lnTo>
                <a:lnTo>
                  <a:pt x="6780029" y="2990045"/>
                </a:lnTo>
                <a:lnTo>
                  <a:pt x="0" y="2990045"/>
                </a:lnTo>
                <a:lnTo>
                  <a:pt x="6170" y="2961867"/>
                </a:lnTo>
                <a:cubicBezTo>
                  <a:pt x="230750" y="2172845"/>
                  <a:pt x="1187750" y="1511778"/>
                  <a:pt x="2108136" y="966347"/>
                </a:cubicBezTo>
                <a:lnTo>
                  <a:pt x="2108620" y="966347"/>
                </a:lnTo>
                <a:cubicBezTo>
                  <a:pt x="3029465" y="422914"/>
                  <a:pt x="3915831" y="-6762"/>
                  <a:pt x="4839944" y="8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E84970-83D2-5FCC-63A9-27783FE6E4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90007" y="1344770"/>
            <a:ext cx="4643466" cy="4757283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AA4253-6F70-282F-5C25-505FF0B604CB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1A3E24A8-E36B-9C31-D93A-C91331AD16E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2817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50EC95FD-18E8-BB45-C1C0-A724E9A31721}"/>
              </a:ext>
            </a:extLst>
          </p:cNvPr>
          <p:cNvSpPr/>
          <p:nvPr userDrawn="1"/>
        </p:nvSpPr>
        <p:spPr>
          <a:xfrm>
            <a:off x="1" y="-9331"/>
            <a:ext cx="5475247" cy="6867331"/>
          </a:xfrm>
          <a:custGeom>
            <a:avLst/>
            <a:gdLst>
              <a:gd name="connsiteX0" fmla="*/ 0 w 5475247"/>
              <a:gd name="connsiteY0" fmla="*/ 0 h 6981631"/>
              <a:gd name="connsiteX1" fmla="*/ 4473087 w 5475247"/>
              <a:gd name="connsiteY1" fmla="*/ 0 h 6981631"/>
              <a:gd name="connsiteX2" fmla="*/ 4500927 w 5475247"/>
              <a:gd name="connsiteY2" fmla="*/ 33268 h 6981631"/>
              <a:gd name="connsiteX3" fmla="*/ 4923611 w 5475247"/>
              <a:gd name="connsiteY3" fmla="*/ 705713 h 6981631"/>
              <a:gd name="connsiteX4" fmla="*/ 4687098 w 5475247"/>
              <a:gd name="connsiteY4" fmla="*/ 6631117 h 6981631"/>
              <a:gd name="connsiteX5" fmla="*/ 4505245 w 5475247"/>
              <a:gd name="connsiteY5" fmla="*/ 6981631 h 6981631"/>
              <a:gd name="connsiteX6" fmla="*/ 0 w 5475247"/>
              <a:gd name="connsiteY6" fmla="*/ 6981631 h 698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75247" h="6981631">
                <a:moveTo>
                  <a:pt x="0" y="0"/>
                </a:moveTo>
                <a:lnTo>
                  <a:pt x="4473087" y="0"/>
                </a:lnTo>
                <a:lnTo>
                  <a:pt x="4500927" y="33268"/>
                </a:lnTo>
                <a:cubicBezTo>
                  <a:pt x="4664238" y="241731"/>
                  <a:pt x="4806622" y="465765"/>
                  <a:pt x="4923611" y="705713"/>
                </a:cubicBezTo>
                <a:cubicBezTo>
                  <a:pt x="5781537" y="2465332"/>
                  <a:pt x="5589698" y="4732700"/>
                  <a:pt x="4687098" y="6631117"/>
                </a:cubicBezTo>
                <a:lnTo>
                  <a:pt x="4505245" y="6981631"/>
                </a:lnTo>
                <a:lnTo>
                  <a:pt x="0" y="69816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E160A-0514-EFDC-B468-65BCB476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090C62-63EE-C783-3628-6FD1DFD6EB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1436914"/>
            <a:ext cx="4177535" cy="47824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Table of contents</a:t>
            </a:r>
          </a:p>
          <a:p>
            <a:pPr lvl="1"/>
            <a:r>
              <a:rPr lang="en-GB" dirty="0"/>
              <a:t>Description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F9747-9017-231A-73B0-F1E43265F031}"/>
              </a:ext>
            </a:extLst>
          </p:cNvPr>
          <p:cNvSpPr txBox="1"/>
          <p:nvPr userDrawn="1"/>
        </p:nvSpPr>
        <p:spPr>
          <a:xfrm>
            <a:off x="554038" y="453513"/>
            <a:ext cx="3342903" cy="553998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GB" sz="3000" b="1" dirty="0">
                <a:solidFill>
                  <a:schemeClr val="tx2"/>
                </a:solidFill>
              </a:rPr>
              <a:t>Table of contents</a:t>
            </a:r>
            <a:endParaRPr lang="en-PL" sz="3000" b="1" dirty="0">
              <a:solidFill>
                <a:schemeClr val="tx2"/>
              </a:solidFill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4FAA4253-6F70-282F-5C25-505FF0B604CB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9F25721F-2D83-66F1-DEBC-A499BC9A0B8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628938" y="1436913"/>
            <a:ext cx="4177535" cy="48620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7938" indent="-7938">
              <a:buNone/>
              <a:tabLst/>
              <a:defRPr b="1">
                <a:solidFill>
                  <a:schemeClr val="tx2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tabLst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Table of contents</a:t>
            </a:r>
          </a:p>
          <a:p>
            <a:pPr lvl="1"/>
            <a:r>
              <a:rPr lang="en-GB" dirty="0"/>
              <a:t>Description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77687A-A4B6-805A-65DE-865982C331E2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939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34920531-3829-D901-CA90-A67538F5550E}"/>
              </a:ext>
            </a:extLst>
          </p:cNvPr>
          <p:cNvSpPr/>
          <p:nvPr userDrawn="1"/>
        </p:nvSpPr>
        <p:spPr>
          <a:xfrm>
            <a:off x="0" y="3626883"/>
            <a:ext cx="6250418" cy="3231117"/>
          </a:xfrm>
          <a:custGeom>
            <a:avLst/>
            <a:gdLst>
              <a:gd name="connsiteX0" fmla="*/ 429623 w 6250418"/>
              <a:gd name="connsiteY0" fmla="*/ 137 h 3231117"/>
              <a:gd name="connsiteX1" fmla="*/ 6107386 w 6250418"/>
              <a:gd name="connsiteY1" fmla="*/ 2905611 h 3231117"/>
              <a:gd name="connsiteX2" fmla="*/ 6218830 w 6250418"/>
              <a:gd name="connsiteY2" fmla="*/ 3150666 h 3231117"/>
              <a:gd name="connsiteX3" fmla="*/ 6250418 w 6250418"/>
              <a:gd name="connsiteY3" fmla="*/ 3231117 h 3231117"/>
              <a:gd name="connsiteX4" fmla="*/ 0 w 6250418"/>
              <a:gd name="connsiteY4" fmla="*/ 3231117 h 3231117"/>
              <a:gd name="connsiteX5" fmla="*/ 0 w 6250418"/>
              <a:gd name="connsiteY5" fmla="*/ 19551 h 3231117"/>
              <a:gd name="connsiteX6" fmla="*/ 201773 w 6250418"/>
              <a:gd name="connsiteY6" fmla="*/ 6063 h 3231117"/>
              <a:gd name="connsiteX7" fmla="*/ 429623 w 6250418"/>
              <a:gd name="connsiteY7" fmla="*/ 137 h 3231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0418" h="3231117">
                <a:moveTo>
                  <a:pt x="429623" y="137"/>
                </a:moveTo>
                <a:cubicBezTo>
                  <a:pt x="2362891" y="-12755"/>
                  <a:pt x="5124279" y="889243"/>
                  <a:pt x="6107386" y="2905611"/>
                </a:cubicBezTo>
                <a:cubicBezTo>
                  <a:pt x="6146710" y="2986266"/>
                  <a:pt x="6183848" y="3067979"/>
                  <a:pt x="6218830" y="3150666"/>
                </a:cubicBezTo>
                <a:lnTo>
                  <a:pt x="6250418" y="3231117"/>
                </a:lnTo>
                <a:lnTo>
                  <a:pt x="0" y="3231117"/>
                </a:lnTo>
                <a:lnTo>
                  <a:pt x="0" y="19551"/>
                </a:lnTo>
                <a:lnTo>
                  <a:pt x="201773" y="6063"/>
                </a:lnTo>
                <a:cubicBezTo>
                  <a:pt x="276287" y="2633"/>
                  <a:pt x="352292" y="653"/>
                  <a:pt x="429623" y="1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F5749-03FC-F7CA-23FC-018BB6393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43144-2B84-ED9F-7A6C-02622611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DA1212E-D354-313E-E545-50E8DAD0E2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86225" y="3429000"/>
            <a:ext cx="3426938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>
              <a:buNone/>
              <a:tabLst/>
              <a:defRPr b="1">
                <a:solidFill>
                  <a:schemeClr val="tx2"/>
                </a:solidFill>
              </a:defRPr>
            </a:lvl1pPr>
            <a:lvl2pPr marL="184150" indent="-171450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  <a:p>
            <a:pPr lvl="1"/>
            <a:r>
              <a:rPr lang="en-GB" dirty="0"/>
              <a:t>Position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09ED9-4286-62EE-6EA2-069EA339FD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86225" y="4260850"/>
            <a:ext cx="7554913" cy="1292225"/>
          </a:xfrm>
        </p:spPr>
        <p:txBody>
          <a:bodyPr>
            <a:normAutofit/>
          </a:bodyPr>
          <a:lstStyle>
            <a:lvl1pPr>
              <a:defRPr sz="1200"/>
            </a:lvl1pPr>
            <a:lvl2pPr marL="179388" indent="-171450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E59D0F-5073-70D2-7DED-0B771ABD1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96308" y="2970936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D687D95-E425-C5D6-479D-8E2139CF8679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3DEA68-016A-1EB5-5744-78AC8C731E7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99433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34920531-3829-D901-CA90-A67538F5550E}"/>
              </a:ext>
            </a:extLst>
          </p:cNvPr>
          <p:cNvSpPr/>
          <p:nvPr userDrawn="1"/>
        </p:nvSpPr>
        <p:spPr>
          <a:xfrm>
            <a:off x="0" y="3626883"/>
            <a:ext cx="6250418" cy="3231117"/>
          </a:xfrm>
          <a:custGeom>
            <a:avLst/>
            <a:gdLst>
              <a:gd name="connsiteX0" fmla="*/ 429623 w 6250418"/>
              <a:gd name="connsiteY0" fmla="*/ 137 h 3231117"/>
              <a:gd name="connsiteX1" fmla="*/ 6107386 w 6250418"/>
              <a:gd name="connsiteY1" fmla="*/ 2905611 h 3231117"/>
              <a:gd name="connsiteX2" fmla="*/ 6218830 w 6250418"/>
              <a:gd name="connsiteY2" fmla="*/ 3150666 h 3231117"/>
              <a:gd name="connsiteX3" fmla="*/ 6250418 w 6250418"/>
              <a:gd name="connsiteY3" fmla="*/ 3231117 h 3231117"/>
              <a:gd name="connsiteX4" fmla="*/ 0 w 6250418"/>
              <a:gd name="connsiteY4" fmla="*/ 3231117 h 3231117"/>
              <a:gd name="connsiteX5" fmla="*/ 0 w 6250418"/>
              <a:gd name="connsiteY5" fmla="*/ 19551 h 3231117"/>
              <a:gd name="connsiteX6" fmla="*/ 201773 w 6250418"/>
              <a:gd name="connsiteY6" fmla="*/ 6063 h 3231117"/>
              <a:gd name="connsiteX7" fmla="*/ 429623 w 6250418"/>
              <a:gd name="connsiteY7" fmla="*/ 137 h 3231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0418" h="3231117">
                <a:moveTo>
                  <a:pt x="429623" y="137"/>
                </a:moveTo>
                <a:cubicBezTo>
                  <a:pt x="2362891" y="-12755"/>
                  <a:pt x="5124279" y="889243"/>
                  <a:pt x="6107386" y="2905611"/>
                </a:cubicBezTo>
                <a:cubicBezTo>
                  <a:pt x="6146710" y="2986266"/>
                  <a:pt x="6183848" y="3067979"/>
                  <a:pt x="6218830" y="3150666"/>
                </a:cubicBezTo>
                <a:lnTo>
                  <a:pt x="6250418" y="3231117"/>
                </a:lnTo>
                <a:lnTo>
                  <a:pt x="0" y="3231117"/>
                </a:lnTo>
                <a:lnTo>
                  <a:pt x="0" y="19551"/>
                </a:lnTo>
                <a:lnTo>
                  <a:pt x="201773" y="6063"/>
                </a:lnTo>
                <a:cubicBezTo>
                  <a:pt x="276287" y="2633"/>
                  <a:pt x="352292" y="653"/>
                  <a:pt x="429623" y="1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F5749-03FC-F7CA-23FC-018BB6393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743144-2B84-ED9F-7A6C-026226116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DDA1212E-D354-313E-E545-50E8DAD0E2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485" y="4307293"/>
            <a:ext cx="4209362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ctr">
              <a:buNone/>
              <a:tabLst/>
              <a:defRPr b="1">
                <a:solidFill>
                  <a:schemeClr val="tx2"/>
                </a:solidFill>
              </a:defRPr>
            </a:lvl1pPr>
            <a:lvl2pPr marL="184150" indent="-171450" algn="ctr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  <a:p>
            <a:pPr lvl="1"/>
            <a:r>
              <a:rPr lang="en-GB" dirty="0"/>
              <a:t>Position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0B09ED9-4286-62EE-6EA2-069EA339FD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4485" y="5031064"/>
            <a:ext cx="4209363" cy="1076177"/>
          </a:xfrm>
        </p:spPr>
        <p:txBody>
          <a:bodyPr>
            <a:normAutofit/>
          </a:bodyPr>
          <a:lstStyle>
            <a:lvl1pPr algn="ctr">
              <a:defRPr sz="1200"/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8E59D0F-5073-70D2-7DED-0B771ABD1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478049" y="2686954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3BEFE12-0524-0985-AA7F-1671AB15602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807825" y="4307293"/>
            <a:ext cx="4209362" cy="5679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ctr">
              <a:buNone/>
              <a:tabLst/>
              <a:defRPr b="1">
                <a:solidFill>
                  <a:schemeClr val="tx2"/>
                </a:solidFill>
              </a:defRPr>
            </a:lvl1pPr>
            <a:lvl2pPr marL="184150" indent="-171450" algn="ctr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  <a:p>
            <a:pPr lvl="1"/>
            <a:r>
              <a:rPr lang="en-GB" dirty="0"/>
              <a:t>Position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51A4C240-E285-77C0-A17E-0BDA96C7301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07825" y="5031064"/>
            <a:ext cx="4209363" cy="1076177"/>
          </a:xfrm>
        </p:spPr>
        <p:txBody>
          <a:bodyPr>
            <a:normAutofit/>
          </a:bodyPr>
          <a:lstStyle>
            <a:lvl1pPr algn="ctr">
              <a:defRPr sz="1200"/>
            </a:lvl1pPr>
            <a:lvl2pPr marL="7938" indent="0" algn="ctr">
              <a:buNone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342F1595-54C1-521B-CB5D-F4CABA31B69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61389" y="2686954"/>
            <a:ext cx="1407298" cy="1484092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4BF3A08-8728-370B-1C60-034EF297EC6C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7C02B5AC-C5E7-E0AB-AE41-51FBBA471C16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2611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FF4C1F15-4D7F-A4C2-9E63-6E4C1835AE5D}"/>
              </a:ext>
            </a:extLst>
          </p:cNvPr>
          <p:cNvSpPr/>
          <p:nvPr userDrawn="1"/>
        </p:nvSpPr>
        <p:spPr>
          <a:xfrm>
            <a:off x="0" y="2362961"/>
            <a:ext cx="12192000" cy="4483603"/>
          </a:xfrm>
          <a:custGeom>
            <a:avLst/>
            <a:gdLst>
              <a:gd name="connsiteX0" fmla="*/ 7094336 w 12223102"/>
              <a:gd name="connsiteY0" fmla="*/ 973 h 4495041"/>
              <a:gd name="connsiteX1" fmla="*/ 7658561 w 12223102"/>
              <a:gd name="connsiteY1" fmla="*/ 19161 h 4495041"/>
              <a:gd name="connsiteX2" fmla="*/ 12132909 w 12223102"/>
              <a:gd name="connsiteY2" fmla="*/ 2524033 h 4495041"/>
              <a:gd name="connsiteX3" fmla="*/ 12223102 w 12223102"/>
              <a:gd name="connsiteY3" fmla="*/ 2696368 h 4495041"/>
              <a:gd name="connsiteX4" fmla="*/ 12223102 w 12223102"/>
              <a:gd name="connsiteY4" fmla="*/ 4495041 h 4495041"/>
              <a:gd name="connsiteX5" fmla="*/ 0 w 12223102"/>
              <a:gd name="connsiteY5" fmla="*/ 4495041 h 4495041"/>
              <a:gd name="connsiteX6" fmla="*/ 0 w 12223102"/>
              <a:gd name="connsiteY6" fmla="*/ 1679964 h 4495041"/>
              <a:gd name="connsiteX7" fmla="*/ 203273 w 12223102"/>
              <a:gd name="connsiteY7" fmla="*/ 1557797 h 4495041"/>
              <a:gd name="connsiteX8" fmla="*/ 3532858 w 12223102"/>
              <a:gd name="connsiteY8" fmla="*/ 749399 h 4495041"/>
              <a:gd name="connsiteX9" fmla="*/ 7094336 w 12223102"/>
              <a:gd name="connsiteY9" fmla="*/ 973 h 4495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3102" h="4495041">
                <a:moveTo>
                  <a:pt x="7094336" y="973"/>
                </a:moveTo>
                <a:cubicBezTo>
                  <a:pt x="7276515" y="-2440"/>
                  <a:pt x="7464078" y="3013"/>
                  <a:pt x="7658561" y="19161"/>
                </a:cubicBezTo>
                <a:cubicBezTo>
                  <a:pt x="9210601" y="139180"/>
                  <a:pt x="11209251" y="954376"/>
                  <a:pt x="12132909" y="2524033"/>
                </a:cubicBezTo>
                <a:lnTo>
                  <a:pt x="12223102" y="2696368"/>
                </a:lnTo>
                <a:lnTo>
                  <a:pt x="12223102" y="4495041"/>
                </a:lnTo>
                <a:lnTo>
                  <a:pt x="0" y="4495041"/>
                </a:lnTo>
                <a:lnTo>
                  <a:pt x="0" y="1679964"/>
                </a:lnTo>
                <a:lnTo>
                  <a:pt x="203273" y="1557797"/>
                </a:lnTo>
                <a:cubicBezTo>
                  <a:pt x="1130500" y="1056162"/>
                  <a:pt x="2430761" y="972836"/>
                  <a:pt x="3532858" y="749399"/>
                </a:cubicBezTo>
                <a:cubicBezTo>
                  <a:pt x="4807615" y="483242"/>
                  <a:pt x="5819080" y="24865"/>
                  <a:pt x="7094336" y="97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1825625"/>
            <a:ext cx="11090275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F2526A-F8E6-681A-4E1B-EBA7E2EE9B5D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41631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51D2AC7-BB8D-E36B-EF33-A57E03B9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1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E9F23E-DC2B-A56B-B5FA-839AF3E2C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61" y="2272649"/>
            <a:ext cx="3468245" cy="747415"/>
          </a:xfrm>
          <a:solidFill>
            <a:schemeClr val="accent3"/>
          </a:solidFill>
        </p:spPr>
        <p:txBody>
          <a:bodyPr lIns="216000" rIns="720000" anchor="ctr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CBE420-3F31-E575-C2A6-36726461837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61877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FEAFB00-1D47-1908-BECD-4C204FAF1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61877" y="2272649"/>
            <a:ext cx="3468245" cy="747415"/>
          </a:xfrm>
          <a:solidFill>
            <a:schemeClr val="tx2"/>
          </a:solidFill>
        </p:spPr>
        <p:txBody>
          <a:bodyPr lIns="216000" rIns="720000" anchor="ctr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BEC06E4-E609-C6A5-1DD4-2791601C7E3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72893" y="3020992"/>
            <a:ext cx="3468245" cy="1448023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vert="horz" lIns="216000" tIns="216000" rIns="216000" bIns="21600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7414179-2DE8-0773-D77B-3664542F97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72893" y="2272649"/>
            <a:ext cx="3468245" cy="747415"/>
          </a:xfrm>
          <a:solidFill>
            <a:schemeClr val="accent1"/>
          </a:solidFill>
        </p:spPr>
        <p:txBody>
          <a:bodyPr lIns="216000" rIns="720000" anchor="ctr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ECBFB9A0-3E0E-E422-871E-3CA94A242A4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285047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F8B3B003-875D-3888-3DCA-FB2A4EE53A6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096063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AA41865-18A2-548E-5FDA-5CF50E80915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07079" y="2274700"/>
            <a:ext cx="734059" cy="73285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4D9E28D-7884-2387-F23A-3865D752A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0863" y="4930775"/>
            <a:ext cx="11090275" cy="1377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33E6BFE3-56D0-E350-F911-073145A627C2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360676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25437C-A40E-C40C-40AE-5ACC8E51E447}"/>
              </a:ext>
            </a:extLst>
          </p:cNvPr>
          <p:cNvSpPr/>
          <p:nvPr userDrawn="1"/>
        </p:nvSpPr>
        <p:spPr>
          <a:xfrm>
            <a:off x="0" y="-9331"/>
            <a:ext cx="4074368" cy="68673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6ABB0-2B00-49BC-EC7B-26AF429385E3}"/>
              </a:ext>
            </a:extLst>
          </p:cNvPr>
          <p:cNvSpPr/>
          <p:nvPr userDrawn="1"/>
        </p:nvSpPr>
        <p:spPr>
          <a:xfrm>
            <a:off x="4074367" y="-9331"/>
            <a:ext cx="4074368" cy="68673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97BE5E-57EE-01FA-DC75-B5D8ACE84F58}"/>
              </a:ext>
            </a:extLst>
          </p:cNvPr>
          <p:cNvSpPr/>
          <p:nvPr userDrawn="1"/>
        </p:nvSpPr>
        <p:spPr>
          <a:xfrm>
            <a:off x="8148735" y="-4665"/>
            <a:ext cx="4043265" cy="686733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accent4">
                <a:alpha val="9504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A63E8409-D303-82F9-A976-A8D896A3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2599978"/>
            <a:ext cx="3149530" cy="37085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88C3E31-1373-ED98-F74B-0625680753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2142A9DC-B0AD-69EB-B83C-76EFC9BE3F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491608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4C4F168F-916B-2C8B-D271-76901003D4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91608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B323D17A-94C3-3DC3-68D3-7911DE9A60E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521235" y="2599979"/>
            <a:ext cx="3149530" cy="37087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6B63100-7AC9-1651-E1E1-A1A218970A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21235" y="1970665"/>
            <a:ext cx="3149530" cy="444507"/>
          </a:xfrm>
        </p:spPr>
        <p:txBody>
          <a:bodyPr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DD81181-6E76-CEF3-F63F-071DBF748063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bg2">
              <a:alpha val="9903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60438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3886859"/>
            <a:ext cx="5349876" cy="24218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3257546"/>
            <a:ext cx="5349876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038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EF02D6E-E8B2-4CB8-A223-00262EE2A4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261" y="3886859"/>
            <a:ext cx="5349876" cy="24218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5DB5DD6-596D-DC7B-3A2D-A53F70C97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261" y="3257546"/>
            <a:ext cx="5349876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8386418A-527B-EDE4-B826-37C3E8C937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91262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1C6F15-A55D-CB9A-FA3D-FDF18B85343B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34474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6" y="3881913"/>
            <a:ext cx="3468245" cy="2426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6" y="3252600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038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0012B09-3C1E-4293-DD0A-226BE8AFA9D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72894" y="3881914"/>
            <a:ext cx="3468245" cy="24266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6B12A68-F898-618D-32AA-9FE63A3E98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72894" y="3252600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901340AB-6727-BD78-1C0C-A8649882F3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72896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D2911BD-AC57-F3C1-CDA2-0B90A1677FD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361875" y="3881913"/>
            <a:ext cx="3468245" cy="2426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2218111-F043-D631-57EE-2E2E8F94EA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61875" y="3252600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3FE9BFF-228F-7329-1BFD-11E7B83971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61877" y="2033860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198979-465E-99CA-88EA-AC97AB729414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88988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4" y="549098"/>
            <a:ext cx="11086973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3" y="3881914"/>
            <a:ext cx="2479418" cy="24269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3" y="3252600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164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A414AA-9283-8D61-A1CA-63514B97674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61719" y="3880635"/>
            <a:ext cx="2479418" cy="2428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0341295-578E-2495-BE17-ED58E52BD0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1719" y="3251322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FC18901-31E1-68C4-8FD1-EEBA01BCCE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161720" y="203752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C7C58ED-5700-2A0E-B164-2C2FD51225C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421148" y="3883006"/>
            <a:ext cx="2479418" cy="242589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C8F57A7-616A-0877-A95F-697CDF8044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21148" y="3253693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6C89A7D9-92F6-0FCA-1B2E-B673F5F70BC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421149" y="2039899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2F49B1DC-1B91-85AC-AF4C-216C37D8409C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91434" y="3880635"/>
            <a:ext cx="2479418" cy="24280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2C5C76-FF85-8B08-708C-942AB726AE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91434" y="3251322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E6BAA978-8D38-FD4D-A0AE-6D287281FAE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91435" y="203752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EFCBC783-7DFD-891C-C22B-19ACB429CF40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0116335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5" y="549098"/>
            <a:ext cx="11086974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973" y="3075025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62973" y="2562674"/>
            <a:ext cx="4169994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CE90EA-17CC-1BE8-C18A-10A5E4DA72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54877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C39A1A95-B810-1F4D-6914-2103EFDC15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470206" y="3075025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D87E0A3-9059-7636-85FF-92E6E36DE7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470206" y="2562674"/>
            <a:ext cx="4169994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39F59F56-4B57-CC91-9286-E42C148DEB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59033" y="2038806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B046625-59B2-2C15-CD97-AF951ED78D8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51196" y="5279587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AF9FA328-7538-92B0-728F-691A0926E7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751196" y="4767236"/>
            <a:ext cx="4169994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82FB5ED6-9A3F-B5A8-B624-042CC9B011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54877" y="424336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B03CB461-8560-9B20-7934-9714D934C9D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470206" y="5279587"/>
            <a:ext cx="4169994" cy="10291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7DE8F08-72E4-4788-507D-7C784566D59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470206" y="4767236"/>
            <a:ext cx="4169994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BBDB54C5-D56D-48C5-8D32-36C2D95E990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59033" y="4243368"/>
            <a:ext cx="969962" cy="9683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PL" dirty="0"/>
              <a:t>Icon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6D5ACD-7B4A-5E9E-1941-F2C920E57DA6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245601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2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5" y="549098"/>
            <a:ext cx="11086974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39AA7B67-6693-B256-903C-FCF873DB3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3" y="4859865"/>
            <a:ext cx="5349876" cy="14490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B8DEF2-02A1-B7CD-158F-9813CFE251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3" y="4230552"/>
            <a:ext cx="5349876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EF02D6E-E8B2-4CB8-A223-00262EE2A4C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91261" y="4859865"/>
            <a:ext cx="5349876" cy="14490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5DB5DD6-596D-DC7B-3A2D-A53F70C97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261" y="4230552"/>
            <a:ext cx="5349876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46C5585-BFB2-5295-8DA7-CC59F7C8776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54165" y="1892595"/>
            <a:ext cx="5349875" cy="2088274"/>
          </a:xfrm>
          <a:custGeom>
            <a:avLst/>
            <a:gdLst>
              <a:gd name="connsiteX0" fmla="*/ 60978 w 5349875"/>
              <a:gd name="connsiteY0" fmla="*/ 0 h 2088274"/>
              <a:gd name="connsiteX1" fmla="*/ 5288897 w 5349875"/>
              <a:gd name="connsiteY1" fmla="*/ 0 h 2088274"/>
              <a:gd name="connsiteX2" fmla="*/ 5349875 w 5349875"/>
              <a:gd name="connsiteY2" fmla="*/ 60978 h 2088274"/>
              <a:gd name="connsiteX3" fmla="*/ 5349875 w 5349875"/>
              <a:gd name="connsiteY3" fmla="*/ 2027296 h 2088274"/>
              <a:gd name="connsiteX4" fmla="*/ 5288897 w 5349875"/>
              <a:gd name="connsiteY4" fmla="*/ 2088274 h 2088274"/>
              <a:gd name="connsiteX5" fmla="*/ 60978 w 5349875"/>
              <a:gd name="connsiteY5" fmla="*/ 2088274 h 2088274"/>
              <a:gd name="connsiteX6" fmla="*/ 0 w 5349875"/>
              <a:gd name="connsiteY6" fmla="*/ 2027296 h 2088274"/>
              <a:gd name="connsiteX7" fmla="*/ 0 w 5349875"/>
              <a:gd name="connsiteY7" fmla="*/ 60978 h 2088274"/>
              <a:gd name="connsiteX8" fmla="*/ 60978 w 5349875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49875" h="2088274">
                <a:moveTo>
                  <a:pt x="60978" y="0"/>
                </a:moveTo>
                <a:lnTo>
                  <a:pt x="5288897" y="0"/>
                </a:lnTo>
                <a:cubicBezTo>
                  <a:pt x="5322574" y="0"/>
                  <a:pt x="5349875" y="27301"/>
                  <a:pt x="5349875" y="60978"/>
                </a:cubicBezTo>
                <a:lnTo>
                  <a:pt x="5349875" y="2027296"/>
                </a:lnTo>
                <a:cubicBezTo>
                  <a:pt x="5349875" y="2060973"/>
                  <a:pt x="5322574" y="2088274"/>
                  <a:pt x="5288897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15BF100-B52B-AC8D-5F0F-B2AA1840EF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1261" y="1892595"/>
            <a:ext cx="5349875" cy="2088274"/>
          </a:xfrm>
          <a:custGeom>
            <a:avLst/>
            <a:gdLst>
              <a:gd name="connsiteX0" fmla="*/ 60978 w 5349875"/>
              <a:gd name="connsiteY0" fmla="*/ 0 h 2088274"/>
              <a:gd name="connsiteX1" fmla="*/ 5288897 w 5349875"/>
              <a:gd name="connsiteY1" fmla="*/ 0 h 2088274"/>
              <a:gd name="connsiteX2" fmla="*/ 5349875 w 5349875"/>
              <a:gd name="connsiteY2" fmla="*/ 60978 h 2088274"/>
              <a:gd name="connsiteX3" fmla="*/ 5349875 w 5349875"/>
              <a:gd name="connsiteY3" fmla="*/ 2027296 h 2088274"/>
              <a:gd name="connsiteX4" fmla="*/ 5288897 w 5349875"/>
              <a:gd name="connsiteY4" fmla="*/ 2088274 h 2088274"/>
              <a:gd name="connsiteX5" fmla="*/ 60978 w 5349875"/>
              <a:gd name="connsiteY5" fmla="*/ 2088274 h 2088274"/>
              <a:gd name="connsiteX6" fmla="*/ 0 w 5349875"/>
              <a:gd name="connsiteY6" fmla="*/ 2027296 h 2088274"/>
              <a:gd name="connsiteX7" fmla="*/ 0 w 5349875"/>
              <a:gd name="connsiteY7" fmla="*/ 60978 h 2088274"/>
              <a:gd name="connsiteX8" fmla="*/ 60978 w 5349875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49875" h="2088274">
                <a:moveTo>
                  <a:pt x="60978" y="0"/>
                </a:moveTo>
                <a:lnTo>
                  <a:pt x="5288897" y="0"/>
                </a:lnTo>
                <a:cubicBezTo>
                  <a:pt x="5322574" y="0"/>
                  <a:pt x="5349875" y="27301"/>
                  <a:pt x="5349875" y="60978"/>
                </a:cubicBezTo>
                <a:lnTo>
                  <a:pt x="5349875" y="2027296"/>
                </a:lnTo>
                <a:cubicBezTo>
                  <a:pt x="5349875" y="2060973"/>
                  <a:pt x="5322574" y="2088274"/>
                  <a:pt x="5288897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B98D7-E358-C9AC-31B4-6F5F0530F15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162954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3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086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64" y="549098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4B63A24-445D-FCB7-15FF-C986A81041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4167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51D2AC7-BB8D-E36B-EF33-A57E03B9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62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E9F23E-DC2B-A56B-B5FA-839AF3E2CA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62" y="4221815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D61E2653-BB8A-C31C-AD38-3C43142FA8C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172900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EFC013F-42AA-4361-D6D8-193E74F7A27B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172895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E279D1ED-4A4E-330F-B961-CDE713EF3E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72895" y="4221815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4C06C48-CC71-79CC-E419-FFF4B0DD89E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61881" y="1904539"/>
            <a:ext cx="3468241" cy="2088274"/>
          </a:xfrm>
          <a:custGeom>
            <a:avLst/>
            <a:gdLst>
              <a:gd name="connsiteX0" fmla="*/ 60978 w 3468241"/>
              <a:gd name="connsiteY0" fmla="*/ 0 h 2088274"/>
              <a:gd name="connsiteX1" fmla="*/ 3407263 w 3468241"/>
              <a:gd name="connsiteY1" fmla="*/ 0 h 2088274"/>
              <a:gd name="connsiteX2" fmla="*/ 3468241 w 3468241"/>
              <a:gd name="connsiteY2" fmla="*/ 60978 h 2088274"/>
              <a:gd name="connsiteX3" fmla="*/ 3468241 w 3468241"/>
              <a:gd name="connsiteY3" fmla="*/ 2027296 h 2088274"/>
              <a:gd name="connsiteX4" fmla="*/ 3407263 w 3468241"/>
              <a:gd name="connsiteY4" fmla="*/ 2088274 h 2088274"/>
              <a:gd name="connsiteX5" fmla="*/ 60978 w 3468241"/>
              <a:gd name="connsiteY5" fmla="*/ 2088274 h 2088274"/>
              <a:gd name="connsiteX6" fmla="*/ 0 w 3468241"/>
              <a:gd name="connsiteY6" fmla="*/ 2027296 h 2088274"/>
              <a:gd name="connsiteX7" fmla="*/ 0 w 3468241"/>
              <a:gd name="connsiteY7" fmla="*/ 60978 h 2088274"/>
              <a:gd name="connsiteX8" fmla="*/ 60978 w 3468241"/>
              <a:gd name="connsiteY8" fmla="*/ 0 h 208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8241" h="2088274">
                <a:moveTo>
                  <a:pt x="60978" y="0"/>
                </a:moveTo>
                <a:lnTo>
                  <a:pt x="3407263" y="0"/>
                </a:lnTo>
                <a:cubicBezTo>
                  <a:pt x="3440940" y="0"/>
                  <a:pt x="3468241" y="27301"/>
                  <a:pt x="3468241" y="60978"/>
                </a:cubicBezTo>
                <a:lnTo>
                  <a:pt x="3468241" y="2027296"/>
                </a:lnTo>
                <a:cubicBezTo>
                  <a:pt x="3468241" y="2060973"/>
                  <a:pt x="3440940" y="2088274"/>
                  <a:pt x="3407263" y="2088274"/>
                </a:cubicBezTo>
                <a:lnTo>
                  <a:pt x="60978" y="2088274"/>
                </a:lnTo>
                <a:cubicBezTo>
                  <a:pt x="27301" y="2088274"/>
                  <a:pt x="0" y="2060973"/>
                  <a:pt x="0" y="2027296"/>
                </a:cubicBezTo>
                <a:lnTo>
                  <a:pt x="0" y="60978"/>
                </a:lnTo>
                <a:cubicBezTo>
                  <a:pt x="0" y="27301"/>
                  <a:pt x="27301" y="0"/>
                  <a:pt x="60978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B64EF92C-E96B-4FA9-DD85-43C266CD5F49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4361878" y="4851129"/>
            <a:ext cx="3468245" cy="145759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D429EFF-4276-75F2-759E-AC723CCC9AD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61876" y="4221815"/>
            <a:ext cx="3468245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5FA838-DB61-536E-EB14-6328D1AE0558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643770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4 Columns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52651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3898955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3261121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EB4F83A-A12A-A3D4-3F35-3B8B87F518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4038" y="1690689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C336369-4672-25EF-0D52-0AA63F4021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61720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91F6897-4FBF-34C3-8D07-17047C5225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61720" y="3269642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746B1D23-3F88-94EB-2D20-2DDAE7E339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61721" y="1688681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72836B13-C131-73E8-6139-B105B0CE593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421148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21BA4D1-9D27-ACD1-776A-E09669531E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31553" y="3269642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746EE493-5E35-C1E3-E4F8-37EF950BC3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431554" y="1691856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64C5363D-C6AA-409B-3D71-76FA8D45079A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91434" y="3898956"/>
            <a:ext cx="2479418" cy="24097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619863E9-9025-8CFC-7208-A307ED9B3E2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81029" y="3269642"/>
            <a:ext cx="247941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95FDC0D-8635-F688-00AD-1CCF19561BF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81030" y="1688681"/>
            <a:ext cx="2479417" cy="1291051"/>
          </a:xfrm>
          <a:custGeom>
            <a:avLst/>
            <a:gdLst>
              <a:gd name="connsiteX0" fmla="*/ 37699 w 2479417"/>
              <a:gd name="connsiteY0" fmla="*/ 0 h 1291051"/>
              <a:gd name="connsiteX1" fmla="*/ 2441718 w 2479417"/>
              <a:gd name="connsiteY1" fmla="*/ 0 h 1291051"/>
              <a:gd name="connsiteX2" fmla="*/ 2479417 w 2479417"/>
              <a:gd name="connsiteY2" fmla="*/ 37699 h 1291051"/>
              <a:gd name="connsiteX3" fmla="*/ 2479417 w 2479417"/>
              <a:gd name="connsiteY3" fmla="*/ 1253352 h 1291051"/>
              <a:gd name="connsiteX4" fmla="*/ 2441718 w 2479417"/>
              <a:gd name="connsiteY4" fmla="*/ 1291051 h 1291051"/>
              <a:gd name="connsiteX5" fmla="*/ 37699 w 2479417"/>
              <a:gd name="connsiteY5" fmla="*/ 1291051 h 1291051"/>
              <a:gd name="connsiteX6" fmla="*/ 0 w 2479417"/>
              <a:gd name="connsiteY6" fmla="*/ 1253352 h 1291051"/>
              <a:gd name="connsiteX7" fmla="*/ 0 w 2479417"/>
              <a:gd name="connsiteY7" fmla="*/ 37699 h 1291051"/>
              <a:gd name="connsiteX8" fmla="*/ 37699 w 2479417"/>
              <a:gd name="connsiteY8" fmla="*/ 0 h 129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79417" h="1291051">
                <a:moveTo>
                  <a:pt x="37699" y="0"/>
                </a:moveTo>
                <a:lnTo>
                  <a:pt x="2441718" y="0"/>
                </a:lnTo>
                <a:cubicBezTo>
                  <a:pt x="2462539" y="0"/>
                  <a:pt x="2479417" y="16878"/>
                  <a:pt x="2479417" y="37699"/>
                </a:cubicBezTo>
                <a:lnTo>
                  <a:pt x="2479417" y="1253352"/>
                </a:lnTo>
                <a:cubicBezTo>
                  <a:pt x="2479417" y="1274173"/>
                  <a:pt x="2462539" y="1291051"/>
                  <a:pt x="2441718" y="1291051"/>
                </a:cubicBezTo>
                <a:lnTo>
                  <a:pt x="37699" y="1291051"/>
                </a:lnTo>
                <a:cubicBezTo>
                  <a:pt x="16878" y="1291051"/>
                  <a:pt x="0" y="1274173"/>
                  <a:pt x="0" y="1253352"/>
                </a:cubicBezTo>
                <a:lnTo>
                  <a:pt x="0" y="37699"/>
                </a:lnTo>
                <a:cubicBezTo>
                  <a:pt x="0" y="16878"/>
                  <a:pt x="16878" y="0"/>
                  <a:pt x="3769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6EC0BE0-BD10-C993-B79D-23517752162A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580552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52651"/>
            <a:ext cx="11090275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37" y="2723948"/>
            <a:ext cx="5545138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37" y="2119540"/>
            <a:ext cx="554513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1079142">
            <a:off x="7446735" y="2111281"/>
            <a:ext cx="3943210" cy="4241562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tx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PL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32769" y="2003126"/>
            <a:ext cx="4217369" cy="4320742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981A08C-E4C2-3E97-A30E-88871BBAB11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3374380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B4D4C034-320B-6DDD-5EA0-66E4226329A7}"/>
              </a:ext>
            </a:extLst>
          </p:cNvPr>
          <p:cNvSpPr/>
          <p:nvPr userDrawn="1"/>
        </p:nvSpPr>
        <p:spPr>
          <a:xfrm>
            <a:off x="0" y="3985009"/>
            <a:ext cx="3548627" cy="2877132"/>
          </a:xfrm>
          <a:custGeom>
            <a:avLst/>
            <a:gdLst>
              <a:gd name="connsiteX0" fmla="*/ 0 w 3548627"/>
              <a:gd name="connsiteY0" fmla="*/ 0 h 2877132"/>
              <a:gd name="connsiteX1" fmla="*/ 17180 w 3548627"/>
              <a:gd name="connsiteY1" fmla="*/ 2773 h 2877132"/>
              <a:gd name="connsiteX2" fmla="*/ 259491 w 3548627"/>
              <a:gd name="connsiteY2" fmla="*/ 60188 h 2877132"/>
              <a:gd name="connsiteX3" fmla="*/ 3514069 w 3548627"/>
              <a:gd name="connsiteY3" fmla="*/ 2844543 h 2877132"/>
              <a:gd name="connsiteX4" fmla="*/ 3548627 w 3548627"/>
              <a:gd name="connsiteY4" fmla="*/ 2877132 h 2877132"/>
              <a:gd name="connsiteX5" fmla="*/ 0 w 3548627"/>
              <a:gd name="connsiteY5" fmla="*/ 2877132 h 287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48627" h="2877132">
                <a:moveTo>
                  <a:pt x="0" y="0"/>
                </a:moveTo>
                <a:lnTo>
                  <a:pt x="17180" y="2773"/>
                </a:lnTo>
                <a:cubicBezTo>
                  <a:pt x="98749" y="18969"/>
                  <a:pt x="179570" y="38093"/>
                  <a:pt x="259491" y="60188"/>
                </a:cubicBezTo>
                <a:cubicBezTo>
                  <a:pt x="2497293" y="678866"/>
                  <a:pt x="2569908" y="1912490"/>
                  <a:pt x="3514069" y="2844543"/>
                </a:cubicBezTo>
                <a:lnTo>
                  <a:pt x="3548627" y="2877132"/>
                </a:lnTo>
                <a:lnTo>
                  <a:pt x="0" y="287713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9" y="549476"/>
            <a:ext cx="11087100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C8286DF-4E1C-B3A7-F847-34C7B9B81A78}"/>
              </a:ext>
            </a:extLst>
          </p:cNvPr>
          <p:cNvSpPr/>
          <p:nvPr userDrawn="1"/>
        </p:nvSpPr>
        <p:spPr>
          <a:xfrm>
            <a:off x="8406882" y="-9331"/>
            <a:ext cx="3816220" cy="1231641"/>
          </a:xfrm>
          <a:custGeom>
            <a:avLst/>
            <a:gdLst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  <a:gd name="connsiteX0" fmla="*/ 0 w 3816220"/>
              <a:gd name="connsiteY0" fmla="*/ 0 h 1231641"/>
              <a:gd name="connsiteX1" fmla="*/ 2090057 w 3816220"/>
              <a:gd name="connsiteY1" fmla="*/ 522515 h 1231641"/>
              <a:gd name="connsiteX2" fmla="*/ 3816220 w 3816220"/>
              <a:gd name="connsiteY2" fmla="*/ 1231641 h 123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16220" h="1231641">
                <a:moveTo>
                  <a:pt x="0" y="0"/>
                </a:moveTo>
                <a:cubicBezTo>
                  <a:pt x="866969" y="214604"/>
                  <a:pt x="1174103" y="270590"/>
                  <a:pt x="2090057" y="522515"/>
                </a:cubicBezTo>
                <a:cubicBezTo>
                  <a:pt x="3127309" y="895739"/>
                  <a:pt x="3271156" y="979714"/>
                  <a:pt x="3816220" y="1231641"/>
                </a:cubicBez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b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1079142">
            <a:off x="1576799" y="2111281"/>
            <a:ext cx="3943210" cy="4241562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tx2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62833" y="2003126"/>
            <a:ext cx="4217369" cy="4320742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1EE9C37-7807-0EAE-B8FC-2EC38AFA118F}"/>
              </a:ext>
            </a:extLst>
          </p:cNvPr>
          <p:cNvSpPr/>
          <p:nvPr userDrawn="1"/>
        </p:nvSpPr>
        <p:spPr>
          <a:xfrm>
            <a:off x="10002418" y="-3174"/>
            <a:ext cx="2195933" cy="777616"/>
          </a:xfrm>
          <a:custGeom>
            <a:avLst/>
            <a:gdLst>
              <a:gd name="connsiteX0" fmla="*/ 0 w 2180253"/>
              <a:gd name="connsiteY0" fmla="*/ 0 h 251927"/>
              <a:gd name="connsiteX1" fmla="*/ 2180253 w 2180253"/>
              <a:gd name="connsiteY1" fmla="*/ 0 h 251927"/>
              <a:gd name="connsiteX2" fmla="*/ 2180253 w 2180253"/>
              <a:gd name="connsiteY2" fmla="*/ 251927 h 251927"/>
              <a:gd name="connsiteX3" fmla="*/ 0 w 2180253"/>
              <a:gd name="connsiteY3" fmla="*/ 251927 h 251927"/>
              <a:gd name="connsiteX4" fmla="*/ 0 w 2180253"/>
              <a:gd name="connsiteY4" fmla="*/ 0 h 251927"/>
              <a:gd name="connsiteX0" fmla="*/ 0 w 2180253"/>
              <a:gd name="connsiteY0" fmla="*/ 0 h 447870"/>
              <a:gd name="connsiteX1" fmla="*/ 2180253 w 2180253"/>
              <a:gd name="connsiteY1" fmla="*/ 0 h 447870"/>
              <a:gd name="connsiteX2" fmla="*/ 2180253 w 2180253"/>
              <a:gd name="connsiteY2" fmla="*/ 251927 h 447870"/>
              <a:gd name="connsiteX3" fmla="*/ 933061 w 2180253"/>
              <a:gd name="connsiteY3" fmla="*/ 447870 h 447870"/>
              <a:gd name="connsiteX4" fmla="*/ 0 w 2180253"/>
              <a:gd name="connsiteY4" fmla="*/ 0 h 447870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89583"/>
              <a:gd name="connsiteY0" fmla="*/ 0 h 774441"/>
              <a:gd name="connsiteX1" fmla="*/ 2180253 w 2189583"/>
              <a:gd name="connsiteY1" fmla="*/ 0 h 774441"/>
              <a:gd name="connsiteX2" fmla="*/ 2189583 w 2189583"/>
              <a:gd name="connsiteY2" fmla="*/ 774441 h 774441"/>
              <a:gd name="connsiteX3" fmla="*/ 933061 w 2189583"/>
              <a:gd name="connsiteY3" fmla="*/ 447870 h 774441"/>
              <a:gd name="connsiteX4" fmla="*/ 0 w 2189583"/>
              <a:gd name="connsiteY4" fmla="*/ 0 h 774441"/>
              <a:gd name="connsiteX0" fmla="*/ 0 w 2193582"/>
              <a:gd name="connsiteY0" fmla="*/ 0 h 774441"/>
              <a:gd name="connsiteX1" fmla="*/ 2192953 w 2193582"/>
              <a:gd name="connsiteY1" fmla="*/ 0 h 774441"/>
              <a:gd name="connsiteX2" fmla="*/ 2189583 w 2193582"/>
              <a:gd name="connsiteY2" fmla="*/ 774441 h 774441"/>
              <a:gd name="connsiteX3" fmla="*/ 933061 w 2193582"/>
              <a:gd name="connsiteY3" fmla="*/ 447870 h 774441"/>
              <a:gd name="connsiteX4" fmla="*/ 0 w 2193582"/>
              <a:gd name="connsiteY4" fmla="*/ 0 h 774441"/>
              <a:gd name="connsiteX0" fmla="*/ 0 w 2195933"/>
              <a:gd name="connsiteY0" fmla="*/ 0 h 777616"/>
              <a:gd name="connsiteX1" fmla="*/ 2192953 w 2195933"/>
              <a:gd name="connsiteY1" fmla="*/ 0 h 777616"/>
              <a:gd name="connsiteX2" fmla="*/ 2195933 w 2195933"/>
              <a:gd name="connsiteY2" fmla="*/ 777616 h 777616"/>
              <a:gd name="connsiteX3" fmla="*/ 933061 w 2195933"/>
              <a:gd name="connsiteY3" fmla="*/ 447870 h 777616"/>
              <a:gd name="connsiteX4" fmla="*/ 0 w 2195933"/>
              <a:gd name="connsiteY4" fmla="*/ 0 h 77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95933" h="777616">
                <a:moveTo>
                  <a:pt x="0" y="0"/>
                </a:moveTo>
                <a:lnTo>
                  <a:pt x="2192953" y="0"/>
                </a:lnTo>
                <a:cubicBezTo>
                  <a:pt x="2196063" y="258147"/>
                  <a:pt x="2192823" y="519469"/>
                  <a:pt x="2195933" y="777616"/>
                </a:cubicBezTo>
                <a:cubicBezTo>
                  <a:pt x="1702448" y="584784"/>
                  <a:pt x="1426547" y="547397"/>
                  <a:pt x="933061" y="447870"/>
                </a:cubicBezTo>
                <a:cubicBezTo>
                  <a:pt x="202163" y="214604"/>
                  <a:pt x="311020" y="149290"/>
                  <a:pt x="0" y="0"/>
                </a:cubicBezTo>
                <a:close/>
              </a:path>
            </a:pathLst>
          </a:custGeom>
          <a:solidFill>
            <a:schemeClr val="tx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24964204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71" y="549476"/>
            <a:ext cx="5541929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71" y="2723948"/>
            <a:ext cx="5541929" cy="35871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71" y="2119540"/>
            <a:ext cx="5541929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>
            <a:off x="6893260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ABAEECC-CEEE-7426-95F0-433CD5D0628E}"/>
              </a:ext>
            </a:extLst>
          </p:cNvPr>
          <p:cNvSpPr/>
          <p:nvPr userDrawn="1"/>
        </p:nvSpPr>
        <p:spPr>
          <a:xfrm>
            <a:off x="7288693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5AB918B-2E59-DAB9-A333-D1C66DCE70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74694" y="0"/>
            <a:ext cx="4617306" cy="6858000"/>
          </a:xfrm>
          <a:custGeom>
            <a:avLst/>
            <a:gdLst>
              <a:gd name="connsiteX0" fmla="*/ 719981 w 4617306"/>
              <a:gd name="connsiteY0" fmla="*/ 0 h 6858000"/>
              <a:gd name="connsiteX1" fmla="*/ 4617306 w 4617306"/>
              <a:gd name="connsiteY1" fmla="*/ 0 h 6858000"/>
              <a:gd name="connsiteX2" fmla="*/ 4617306 w 4617306"/>
              <a:gd name="connsiteY2" fmla="*/ 6858000 h 6858000"/>
              <a:gd name="connsiteX3" fmla="*/ 251282 w 4617306"/>
              <a:gd name="connsiteY3" fmla="*/ 6858000 h 6858000"/>
              <a:gd name="connsiteX4" fmla="*/ 236245 w 4617306"/>
              <a:gd name="connsiteY4" fmla="*/ 6776573 h 6858000"/>
              <a:gd name="connsiteX5" fmla="*/ 55246 w 4617306"/>
              <a:gd name="connsiteY5" fmla="*/ 4176390 h 6858000"/>
              <a:gd name="connsiteX6" fmla="*/ 723846 w 4617306"/>
              <a:gd name="connsiteY6" fmla="*/ 3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17306" h="6858000">
                <a:moveTo>
                  <a:pt x="719981" y="0"/>
                </a:moveTo>
                <a:lnTo>
                  <a:pt x="4617306" y="0"/>
                </a:lnTo>
                <a:lnTo>
                  <a:pt x="4617306" y="6858000"/>
                </a:lnTo>
                <a:lnTo>
                  <a:pt x="251282" y="6858000"/>
                </a:lnTo>
                <a:lnTo>
                  <a:pt x="236245" y="6776573"/>
                </a:lnTo>
                <a:cubicBezTo>
                  <a:pt x="81750" y="5981827"/>
                  <a:pt x="-90781" y="5221592"/>
                  <a:pt x="55246" y="4176390"/>
                </a:cubicBezTo>
                <a:cubicBezTo>
                  <a:pt x="225619" y="2956996"/>
                  <a:pt x="830446" y="1344814"/>
                  <a:pt x="723846" y="3131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76870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9476"/>
            <a:ext cx="5545138" cy="1131687"/>
          </a:xfrm>
        </p:spPr>
        <p:txBody>
          <a:bodyPr/>
          <a:lstStyle/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 flipH="1">
            <a:off x="4130148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40030E4-B36C-592E-E057-414B265596F4}"/>
              </a:ext>
            </a:extLst>
          </p:cNvPr>
          <p:cNvSpPr/>
          <p:nvPr userDrawn="1"/>
        </p:nvSpPr>
        <p:spPr>
          <a:xfrm flipH="1">
            <a:off x="3880422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9DE43-31F4-89E5-CCA5-DB3D1A8047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26938" cy="6858000"/>
          </a:xfrm>
          <a:custGeom>
            <a:avLst/>
            <a:gdLst>
              <a:gd name="connsiteX0" fmla="*/ 0 w 4626938"/>
              <a:gd name="connsiteY0" fmla="*/ 0 h 6858000"/>
              <a:gd name="connsiteX1" fmla="*/ 3906958 w 4626938"/>
              <a:gd name="connsiteY1" fmla="*/ 0 h 6858000"/>
              <a:gd name="connsiteX2" fmla="*/ 3903093 w 4626938"/>
              <a:gd name="connsiteY2" fmla="*/ 31316 h 6858000"/>
              <a:gd name="connsiteX3" fmla="*/ 4571693 w 4626938"/>
              <a:gd name="connsiteY3" fmla="*/ 4176390 h 6858000"/>
              <a:gd name="connsiteX4" fmla="*/ 4390694 w 4626938"/>
              <a:gd name="connsiteY4" fmla="*/ 6776573 h 6858000"/>
              <a:gd name="connsiteX5" fmla="*/ 4375657 w 4626938"/>
              <a:gd name="connsiteY5" fmla="*/ 6858000 h 6858000"/>
              <a:gd name="connsiteX6" fmla="*/ 0 w 46269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6938" h="6858000">
                <a:moveTo>
                  <a:pt x="0" y="0"/>
                </a:moveTo>
                <a:lnTo>
                  <a:pt x="3906958" y="0"/>
                </a:lnTo>
                <a:lnTo>
                  <a:pt x="3903093" y="31316"/>
                </a:lnTo>
                <a:cubicBezTo>
                  <a:pt x="3796493" y="1344814"/>
                  <a:pt x="4401320" y="2956996"/>
                  <a:pt x="4571693" y="4176390"/>
                </a:cubicBezTo>
                <a:cubicBezTo>
                  <a:pt x="4717720" y="5221592"/>
                  <a:pt x="4545189" y="5981827"/>
                  <a:pt x="4390694" y="6776573"/>
                </a:cubicBezTo>
                <a:lnTo>
                  <a:pt x="4375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0241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righ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71" y="549476"/>
            <a:ext cx="5541929" cy="113168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071" y="2723948"/>
            <a:ext cx="5541929" cy="35847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071" y="2119540"/>
            <a:ext cx="5541929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>
            <a:off x="6881685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7ABAEECC-CEEE-7426-95F0-433CD5D0628E}"/>
              </a:ext>
            </a:extLst>
          </p:cNvPr>
          <p:cNvSpPr/>
          <p:nvPr userDrawn="1"/>
        </p:nvSpPr>
        <p:spPr>
          <a:xfrm>
            <a:off x="7288693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95AB918B-2E59-DAB9-A333-D1C66DCE70E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74694" y="0"/>
            <a:ext cx="4617306" cy="6858000"/>
          </a:xfrm>
          <a:custGeom>
            <a:avLst/>
            <a:gdLst>
              <a:gd name="connsiteX0" fmla="*/ 719981 w 4617306"/>
              <a:gd name="connsiteY0" fmla="*/ 0 h 6858000"/>
              <a:gd name="connsiteX1" fmla="*/ 4617306 w 4617306"/>
              <a:gd name="connsiteY1" fmla="*/ 0 h 6858000"/>
              <a:gd name="connsiteX2" fmla="*/ 4617306 w 4617306"/>
              <a:gd name="connsiteY2" fmla="*/ 6858000 h 6858000"/>
              <a:gd name="connsiteX3" fmla="*/ 251282 w 4617306"/>
              <a:gd name="connsiteY3" fmla="*/ 6858000 h 6858000"/>
              <a:gd name="connsiteX4" fmla="*/ 236245 w 4617306"/>
              <a:gd name="connsiteY4" fmla="*/ 6776573 h 6858000"/>
              <a:gd name="connsiteX5" fmla="*/ 55246 w 4617306"/>
              <a:gd name="connsiteY5" fmla="*/ 4176390 h 6858000"/>
              <a:gd name="connsiteX6" fmla="*/ 723846 w 4617306"/>
              <a:gd name="connsiteY6" fmla="*/ 3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17306" h="6858000">
                <a:moveTo>
                  <a:pt x="719981" y="0"/>
                </a:moveTo>
                <a:lnTo>
                  <a:pt x="4617306" y="0"/>
                </a:lnTo>
                <a:lnTo>
                  <a:pt x="4617306" y="6858000"/>
                </a:lnTo>
                <a:lnTo>
                  <a:pt x="251282" y="6858000"/>
                </a:lnTo>
                <a:lnTo>
                  <a:pt x="236245" y="6776573"/>
                </a:lnTo>
                <a:cubicBezTo>
                  <a:pt x="81750" y="5981827"/>
                  <a:pt x="-90781" y="5221592"/>
                  <a:pt x="55246" y="4176390"/>
                </a:cubicBezTo>
                <a:cubicBezTo>
                  <a:pt x="225619" y="2956996"/>
                  <a:pt x="830446" y="1344814"/>
                  <a:pt x="723846" y="3131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046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Photo-Big_lef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9476"/>
            <a:ext cx="5545138" cy="113168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23948"/>
            <a:ext cx="5545138" cy="358457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B4F3B9-1C89-E951-4C68-F8F9879046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2119540"/>
            <a:ext cx="5545138" cy="444507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A243FFF-8D05-DB6D-9184-BB0FF22C1C35}"/>
              </a:ext>
            </a:extLst>
          </p:cNvPr>
          <p:cNvSpPr/>
          <p:nvPr userDrawn="1"/>
        </p:nvSpPr>
        <p:spPr>
          <a:xfrm flipH="1">
            <a:off x="4130148" y="0"/>
            <a:ext cx="1174594" cy="6858000"/>
          </a:xfrm>
          <a:custGeom>
            <a:avLst/>
            <a:gdLst>
              <a:gd name="connsiteX0" fmla="*/ 771494 w 1174594"/>
              <a:gd name="connsiteY0" fmla="*/ 0 h 6858000"/>
              <a:gd name="connsiteX1" fmla="*/ 1174594 w 1174594"/>
              <a:gd name="connsiteY1" fmla="*/ 0 h 6858000"/>
              <a:gd name="connsiteX2" fmla="*/ 1161444 w 1174594"/>
              <a:gd name="connsiteY2" fmla="*/ 144397 h 6858000"/>
              <a:gd name="connsiteX3" fmla="*/ 472003 w 1174594"/>
              <a:gd name="connsiteY3" fmla="*/ 3402712 h 6858000"/>
              <a:gd name="connsiteX4" fmla="*/ 748093 w 1174594"/>
              <a:gd name="connsiteY4" fmla="*/ 6824530 h 6858000"/>
              <a:gd name="connsiteX5" fmla="*/ 750748 w 1174594"/>
              <a:gd name="connsiteY5" fmla="*/ 6858000 h 6858000"/>
              <a:gd name="connsiteX6" fmla="*/ 217344 w 1174594"/>
              <a:gd name="connsiteY6" fmla="*/ 6858000 h 6858000"/>
              <a:gd name="connsiteX7" fmla="*/ 214865 w 1174594"/>
              <a:gd name="connsiteY7" fmla="*/ 6843618 h 6858000"/>
              <a:gd name="connsiteX8" fmla="*/ 64995 w 1174594"/>
              <a:gd name="connsiteY8" fmla="*/ 4241454 h 6858000"/>
              <a:gd name="connsiteX9" fmla="*/ 783146 w 1174594"/>
              <a:gd name="connsiteY9" fmla="*/ 10468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4594" h="6858000">
                <a:moveTo>
                  <a:pt x="771494" y="0"/>
                </a:moveTo>
                <a:lnTo>
                  <a:pt x="1174594" y="0"/>
                </a:lnTo>
                <a:lnTo>
                  <a:pt x="1161444" y="144397"/>
                </a:lnTo>
                <a:cubicBezTo>
                  <a:pt x="1033733" y="1250609"/>
                  <a:pt x="617322" y="2446286"/>
                  <a:pt x="472003" y="3402712"/>
                </a:cubicBezTo>
                <a:cubicBezTo>
                  <a:pt x="260630" y="4793885"/>
                  <a:pt x="621619" y="5685263"/>
                  <a:pt x="748093" y="6824530"/>
                </a:cubicBezTo>
                <a:lnTo>
                  <a:pt x="750748" y="6858000"/>
                </a:lnTo>
                <a:lnTo>
                  <a:pt x="217344" y="6858000"/>
                </a:lnTo>
                <a:lnTo>
                  <a:pt x="214865" y="6843618"/>
                </a:lnTo>
                <a:cubicBezTo>
                  <a:pt x="69890" y="6047077"/>
                  <a:pt x="-93534" y="5284828"/>
                  <a:pt x="64995" y="4241454"/>
                </a:cubicBezTo>
                <a:cubicBezTo>
                  <a:pt x="249947" y="3024186"/>
                  <a:pt x="874015" y="1419367"/>
                  <a:pt x="783146" y="104685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C40030E4-B36C-592E-E057-414B265596F4}"/>
              </a:ext>
            </a:extLst>
          </p:cNvPr>
          <p:cNvSpPr/>
          <p:nvPr userDrawn="1"/>
        </p:nvSpPr>
        <p:spPr>
          <a:xfrm flipH="1">
            <a:off x="3880422" y="0"/>
            <a:ext cx="1022358" cy="6858000"/>
          </a:xfrm>
          <a:custGeom>
            <a:avLst/>
            <a:gdLst>
              <a:gd name="connsiteX0" fmla="*/ 768834 w 1022358"/>
              <a:gd name="connsiteY0" fmla="*/ 0 h 6858000"/>
              <a:gd name="connsiteX1" fmla="*/ 1005982 w 1022358"/>
              <a:gd name="connsiteY1" fmla="*/ 0 h 6858000"/>
              <a:gd name="connsiteX2" fmla="*/ 1009847 w 1022358"/>
              <a:gd name="connsiteY2" fmla="*/ 31316 h 6858000"/>
              <a:gd name="connsiteX3" fmla="*/ 341247 w 1022358"/>
              <a:gd name="connsiteY3" fmla="*/ 4176390 h 6858000"/>
              <a:gd name="connsiteX4" fmla="*/ 522246 w 1022358"/>
              <a:gd name="connsiteY4" fmla="*/ 6776573 h 6858000"/>
              <a:gd name="connsiteX5" fmla="*/ 537283 w 1022358"/>
              <a:gd name="connsiteY5" fmla="*/ 6858000 h 6858000"/>
              <a:gd name="connsiteX6" fmla="*/ 343740 w 1022358"/>
              <a:gd name="connsiteY6" fmla="*/ 6858000 h 6858000"/>
              <a:gd name="connsiteX7" fmla="*/ 341085 w 1022358"/>
              <a:gd name="connsiteY7" fmla="*/ 6824530 h 6858000"/>
              <a:gd name="connsiteX8" fmla="*/ 64995 w 1022358"/>
              <a:gd name="connsiteY8" fmla="*/ 3402712 h 6858000"/>
              <a:gd name="connsiteX9" fmla="*/ 766468 w 1022358"/>
              <a:gd name="connsiteY9" fmla="*/ 3158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22358" h="6858000">
                <a:moveTo>
                  <a:pt x="768834" y="0"/>
                </a:moveTo>
                <a:lnTo>
                  <a:pt x="1005982" y="0"/>
                </a:lnTo>
                <a:lnTo>
                  <a:pt x="1009847" y="31316"/>
                </a:lnTo>
                <a:cubicBezTo>
                  <a:pt x="1116447" y="1344814"/>
                  <a:pt x="511620" y="2956996"/>
                  <a:pt x="341247" y="4176390"/>
                </a:cubicBezTo>
                <a:cubicBezTo>
                  <a:pt x="195220" y="5221592"/>
                  <a:pt x="367751" y="5981827"/>
                  <a:pt x="522246" y="6776573"/>
                </a:cubicBezTo>
                <a:lnTo>
                  <a:pt x="537283" y="6858000"/>
                </a:lnTo>
                <a:lnTo>
                  <a:pt x="343740" y="6858000"/>
                </a:lnTo>
                <a:lnTo>
                  <a:pt x="341085" y="6824530"/>
                </a:lnTo>
                <a:cubicBezTo>
                  <a:pt x="214611" y="5685264"/>
                  <a:pt x="-146378" y="4793885"/>
                  <a:pt x="64995" y="3402712"/>
                </a:cubicBezTo>
                <a:cubicBezTo>
                  <a:pt x="215268" y="2413681"/>
                  <a:pt x="655432" y="1168808"/>
                  <a:pt x="766468" y="31586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BD9DE43-31F4-89E5-CCA5-DB3D1A8047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626938" cy="6858000"/>
          </a:xfrm>
          <a:custGeom>
            <a:avLst/>
            <a:gdLst>
              <a:gd name="connsiteX0" fmla="*/ 0 w 4626938"/>
              <a:gd name="connsiteY0" fmla="*/ 0 h 6858000"/>
              <a:gd name="connsiteX1" fmla="*/ 3906958 w 4626938"/>
              <a:gd name="connsiteY1" fmla="*/ 0 h 6858000"/>
              <a:gd name="connsiteX2" fmla="*/ 3903093 w 4626938"/>
              <a:gd name="connsiteY2" fmla="*/ 31316 h 6858000"/>
              <a:gd name="connsiteX3" fmla="*/ 4571693 w 4626938"/>
              <a:gd name="connsiteY3" fmla="*/ 4176390 h 6858000"/>
              <a:gd name="connsiteX4" fmla="*/ 4390694 w 4626938"/>
              <a:gd name="connsiteY4" fmla="*/ 6776573 h 6858000"/>
              <a:gd name="connsiteX5" fmla="*/ 4375657 w 4626938"/>
              <a:gd name="connsiteY5" fmla="*/ 6858000 h 6858000"/>
              <a:gd name="connsiteX6" fmla="*/ 0 w 46269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26938" h="6858000">
                <a:moveTo>
                  <a:pt x="0" y="0"/>
                </a:moveTo>
                <a:lnTo>
                  <a:pt x="3906958" y="0"/>
                </a:lnTo>
                <a:lnTo>
                  <a:pt x="3903093" y="31316"/>
                </a:lnTo>
                <a:cubicBezTo>
                  <a:pt x="3796493" y="1344814"/>
                  <a:pt x="4401320" y="2956996"/>
                  <a:pt x="4571693" y="4176390"/>
                </a:cubicBezTo>
                <a:cubicBezTo>
                  <a:pt x="4717720" y="5221592"/>
                  <a:pt x="4545189" y="5981827"/>
                  <a:pt x="4390694" y="6776573"/>
                </a:cubicBezTo>
                <a:lnTo>
                  <a:pt x="43756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5713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ligh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433" y="1222310"/>
            <a:ext cx="4651685" cy="4765704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1FEEDD8-28AA-BE3E-02E2-170FFB40470C}"/>
              </a:ext>
            </a:extLst>
          </p:cNvPr>
          <p:cNvSpPr/>
          <p:nvPr userDrawn="1"/>
        </p:nvSpPr>
        <p:spPr>
          <a:xfrm>
            <a:off x="6296481" y="-351"/>
            <a:ext cx="5895520" cy="1951072"/>
          </a:xfrm>
          <a:custGeom>
            <a:avLst/>
            <a:gdLst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58756 w 9855101"/>
              <a:gd name="connsiteY7" fmla="*/ 8327921 h 12126752"/>
              <a:gd name="connsiteX8" fmla="*/ 592520 w 9855101"/>
              <a:gd name="connsiteY8" fmla="*/ 5251217 h 12126752"/>
              <a:gd name="connsiteX9" fmla="*/ 1635363 w 9855101"/>
              <a:gd name="connsiteY9" fmla="*/ 1999091 h 12126752"/>
              <a:gd name="connsiteX10" fmla="*/ 4494042 w 9855101"/>
              <a:gd name="connsiteY10" fmla="*/ 81983 h 12126752"/>
              <a:gd name="connsiteX11" fmla="*/ 7570489 w 9855101"/>
              <a:gd name="connsiteY11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1732972 w 9855101"/>
              <a:gd name="connsiteY0" fmla="*/ 10121772 h 12126752"/>
              <a:gd name="connsiteX1" fmla="*/ 58756 w 9855101"/>
              <a:gd name="connsiteY1" fmla="*/ 8327921 h 12126752"/>
              <a:gd name="connsiteX2" fmla="*/ 592520 w 9855101"/>
              <a:gd name="connsiteY2" fmla="*/ 5251217 h 12126752"/>
              <a:gd name="connsiteX3" fmla="*/ 1635363 w 9855101"/>
              <a:gd name="connsiteY3" fmla="*/ 1999091 h 12126752"/>
              <a:gd name="connsiteX4" fmla="*/ 4494042 w 9855101"/>
              <a:gd name="connsiteY4" fmla="*/ 81983 h 12126752"/>
              <a:gd name="connsiteX5" fmla="*/ 7570489 w 9855101"/>
              <a:gd name="connsiteY5" fmla="*/ 1003774 h 12126752"/>
              <a:gd name="connsiteX6" fmla="*/ 8284143 w 9855101"/>
              <a:gd name="connsiteY6" fmla="*/ 4475255 h 12126752"/>
              <a:gd name="connsiteX7" fmla="*/ 9328763 w 9855101"/>
              <a:gd name="connsiteY7" fmla="*/ 6829838 h 12126752"/>
              <a:gd name="connsiteX8" fmla="*/ 9809249 w 9855101"/>
              <a:gd name="connsiteY8" fmla="*/ 9689785 h 12126752"/>
              <a:gd name="connsiteX9" fmla="*/ 8188160 w 9855101"/>
              <a:gd name="connsiteY9" fmla="*/ 12097161 h 12126752"/>
              <a:gd name="connsiteX10" fmla="*/ 5048943 w 9855101"/>
              <a:gd name="connsiteY10" fmla="*/ 11120830 h 12126752"/>
              <a:gd name="connsiteX11" fmla="*/ 2105409 w 9855101"/>
              <a:gd name="connsiteY11" fmla="*/ 10306958 h 12126752"/>
              <a:gd name="connsiteX12" fmla="*/ 1824412 w 9855101"/>
              <a:gd name="connsiteY12" fmla="*/ 10213212 h 12126752"/>
              <a:gd name="connsiteX0" fmla="*/ 962938 w 9806427"/>
              <a:gd name="connsiteY0" fmla="*/ 10203052 h 12126752"/>
              <a:gd name="connsiteX1" fmla="*/ 10082 w 9806427"/>
              <a:gd name="connsiteY1" fmla="*/ 8327921 h 12126752"/>
              <a:gd name="connsiteX2" fmla="*/ 543846 w 9806427"/>
              <a:gd name="connsiteY2" fmla="*/ 5251217 h 12126752"/>
              <a:gd name="connsiteX3" fmla="*/ 1586689 w 9806427"/>
              <a:gd name="connsiteY3" fmla="*/ 1999091 h 12126752"/>
              <a:gd name="connsiteX4" fmla="*/ 4445368 w 9806427"/>
              <a:gd name="connsiteY4" fmla="*/ 81983 h 12126752"/>
              <a:gd name="connsiteX5" fmla="*/ 7521815 w 9806427"/>
              <a:gd name="connsiteY5" fmla="*/ 1003774 h 12126752"/>
              <a:gd name="connsiteX6" fmla="*/ 8235469 w 9806427"/>
              <a:gd name="connsiteY6" fmla="*/ 4475255 h 12126752"/>
              <a:gd name="connsiteX7" fmla="*/ 9280089 w 9806427"/>
              <a:gd name="connsiteY7" fmla="*/ 6829838 h 12126752"/>
              <a:gd name="connsiteX8" fmla="*/ 9760575 w 9806427"/>
              <a:gd name="connsiteY8" fmla="*/ 9689785 h 12126752"/>
              <a:gd name="connsiteX9" fmla="*/ 8139486 w 9806427"/>
              <a:gd name="connsiteY9" fmla="*/ 12097161 h 12126752"/>
              <a:gd name="connsiteX10" fmla="*/ 5000269 w 9806427"/>
              <a:gd name="connsiteY10" fmla="*/ 11120830 h 12126752"/>
              <a:gd name="connsiteX11" fmla="*/ 2056735 w 9806427"/>
              <a:gd name="connsiteY11" fmla="*/ 10306958 h 12126752"/>
              <a:gd name="connsiteX12" fmla="*/ 1775738 w 9806427"/>
              <a:gd name="connsiteY12" fmla="*/ 10213212 h 1212675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10082 w 9806427"/>
              <a:gd name="connsiteY0" fmla="*/ 8327921 h 12319912"/>
              <a:gd name="connsiteX1" fmla="*/ 543846 w 9806427"/>
              <a:gd name="connsiteY1" fmla="*/ 5251217 h 12319912"/>
              <a:gd name="connsiteX2" fmla="*/ 1586689 w 9806427"/>
              <a:gd name="connsiteY2" fmla="*/ 1999091 h 12319912"/>
              <a:gd name="connsiteX3" fmla="*/ 4445368 w 9806427"/>
              <a:gd name="connsiteY3" fmla="*/ 81983 h 12319912"/>
              <a:gd name="connsiteX4" fmla="*/ 7521815 w 9806427"/>
              <a:gd name="connsiteY4" fmla="*/ 1003774 h 12319912"/>
              <a:gd name="connsiteX5" fmla="*/ 8235469 w 9806427"/>
              <a:gd name="connsiteY5" fmla="*/ 4475255 h 12319912"/>
              <a:gd name="connsiteX6" fmla="*/ 9280089 w 9806427"/>
              <a:gd name="connsiteY6" fmla="*/ 6829838 h 12319912"/>
              <a:gd name="connsiteX7" fmla="*/ 9760575 w 9806427"/>
              <a:gd name="connsiteY7" fmla="*/ 9689785 h 12319912"/>
              <a:gd name="connsiteX8" fmla="*/ 8139486 w 9806427"/>
              <a:gd name="connsiteY8" fmla="*/ 12097161 h 12319912"/>
              <a:gd name="connsiteX9" fmla="*/ 7566938 w 9806427"/>
              <a:gd name="connsiteY9" fmla="*/ 12102972 h 12319912"/>
              <a:gd name="connsiteX10" fmla="*/ 5000269 w 9806427"/>
              <a:gd name="connsiteY10" fmla="*/ 11120830 h 12319912"/>
              <a:gd name="connsiteX11" fmla="*/ 2056735 w 9806427"/>
              <a:gd name="connsiteY11" fmla="*/ 10306958 h 12319912"/>
              <a:gd name="connsiteX12" fmla="*/ 1775738 w 9806427"/>
              <a:gd name="connsiteY12" fmla="*/ 10213212 h 12319912"/>
              <a:gd name="connsiteX0" fmla="*/ 0 w 9262581"/>
              <a:gd name="connsiteY0" fmla="*/ 5251217 h 12319912"/>
              <a:gd name="connsiteX1" fmla="*/ 1042843 w 9262581"/>
              <a:gd name="connsiteY1" fmla="*/ 1999091 h 12319912"/>
              <a:gd name="connsiteX2" fmla="*/ 3901522 w 9262581"/>
              <a:gd name="connsiteY2" fmla="*/ 81983 h 12319912"/>
              <a:gd name="connsiteX3" fmla="*/ 6977969 w 9262581"/>
              <a:gd name="connsiteY3" fmla="*/ 1003774 h 12319912"/>
              <a:gd name="connsiteX4" fmla="*/ 7691623 w 9262581"/>
              <a:gd name="connsiteY4" fmla="*/ 4475255 h 12319912"/>
              <a:gd name="connsiteX5" fmla="*/ 8736243 w 9262581"/>
              <a:gd name="connsiteY5" fmla="*/ 6829838 h 12319912"/>
              <a:gd name="connsiteX6" fmla="*/ 9216729 w 9262581"/>
              <a:gd name="connsiteY6" fmla="*/ 9689785 h 12319912"/>
              <a:gd name="connsiteX7" fmla="*/ 7595640 w 9262581"/>
              <a:gd name="connsiteY7" fmla="*/ 12097161 h 12319912"/>
              <a:gd name="connsiteX8" fmla="*/ 7023092 w 9262581"/>
              <a:gd name="connsiteY8" fmla="*/ 12102972 h 12319912"/>
              <a:gd name="connsiteX9" fmla="*/ 4456423 w 9262581"/>
              <a:gd name="connsiteY9" fmla="*/ 11120830 h 12319912"/>
              <a:gd name="connsiteX10" fmla="*/ 1512889 w 9262581"/>
              <a:gd name="connsiteY10" fmla="*/ 10306958 h 12319912"/>
              <a:gd name="connsiteX11" fmla="*/ 1231892 w 9262581"/>
              <a:gd name="connsiteY11" fmla="*/ 10213212 h 12319912"/>
              <a:gd name="connsiteX0" fmla="*/ 0 w 8219738"/>
              <a:gd name="connsiteY0" fmla="*/ 1999091 h 12319912"/>
              <a:gd name="connsiteX1" fmla="*/ 2858679 w 8219738"/>
              <a:gd name="connsiteY1" fmla="*/ 81983 h 12319912"/>
              <a:gd name="connsiteX2" fmla="*/ 5935126 w 8219738"/>
              <a:gd name="connsiteY2" fmla="*/ 1003774 h 12319912"/>
              <a:gd name="connsiteX3" fmla="*/ 6648780 w 8219738"/>
              <a:gd name="connsiteY3" fmla="*/ 4475255 h 12319912"/>
              <a:gd name="connsiteX4" fmla="*/ 7693400 w 8219738"/>
              <a:gd name="connsiteY4" fmla="*/ 6829838 h 12319912"/>
              <a:gd name="connsiteX5" fmla="*/ 8173886 w 8219738"/>
              <a:gd name="connsiteY5" fmla="*/ 9689785 h 12319912"/>
              <a:gd name="connsiteX6" fmla="*/ 6552797 w 8219738"/>
              <a:gd name="connsiteY6" fmla="*/ 12097161 h 12319912"/>
              <a:gd name="connsiteX7" fmla="*/ 5980249 w 8219738"/>
              <a:gd name="connsiteY7" fmla="*/ 12102972 h 12319912"/>
              <a:gd name="connsiteX8" fmla="*/ 3413580 w 8219738"/>
              <a:gd name="connsiteY8" fmla="*/ 11120830 h 12319912"/>
              <a:gd name="connsiteX9" fmla="*/ 470046 w 8219738"/>
              <a:gd name="connsiteY9" fmla="*/ 10306958 h 12319912"/>
              <a:gd name="connsiteX10" fmla="*/ 189049 w 8219738"/>
              <a:gd name="connsiteY10" fmla="*/ 10213212 h 12319912"/>
              <a:gd name="connsiteX0" fmla="*/ 2773950 w 8135009"/>
              <a:gd name="connsiteY0" fmla="*/ 81983 h 12319912"/>
              <a:gd name="connsiteX1" fmla="*/ 5850397 w 8135009"/>
              <a:gd name="connsiteY1" fmla="*/ 1003774 h 12319912"/>
              <a:gd name="connsiteX2" fmla="*/ 6564051 w 8135009"/>
              <a:gd name="connsiteY2" fmla="*/ 4475255 h 12319912"/>
              <a:gd name="connsiteX3" fmla="*/ 7608671 w 8135009"/>
              <a:gd name="connsiteY3" fmla="*/ 6829838 h 12319912"/>
              <a:gd name="connsiteX4" fmla="*/ 8089157 w 8135009"/>
              <a:gd name="connsiteY4" fmla="*/ 9689785 h 12319912"/>
              <a:gd name="connsiteX5" fmla="*/ 6468068 w 8135009"/>
              <a:gd name="connsiteY5" fmla="*/ 12097161 h 12319912"/>
              <a:gd name="connsiteX6" fmla="*/ 5895520 w 8135009"/>
              <a:gd name="connsiteY6" fmla="*/ 12102972 h 12319912"/>
              <a:gd name="connsiteX7" fmla="*/ 3328851 w 8135009"/>
              <a:gd name="connsiteY7" fmla="*/ 11120830 h 12319912"/>
              <a:gd name="connsiteX8" fmla="*/ 385317 w 8135009"/>
              <a:gd name="connsiteY8" fmla="*/ 10306958 h 12319912"/>
              <a:gd name="connsiteX9" fmla="*/ 104320 w 8135009"/>
              <a:gd name="connsiteY9" fmla="*/ 10213212 h 12319912"/>
              <a:gd name="connsiteX0" fmla="*/ 2773950 w 8135323"/>
              <a:gd name="connsiteY0" fmla="*/ 81983 h 12319912"/>
              <a:gd name="connsiteX1" fmla="*/ 5850397 w 8135323"/>
              <a:gd name="connsiteY1" fmla="*/ 1003774 h 12319912"/>
              <a:gd name="connsiteX2" fmla="*/ 7608671 w 8135323"/>
              <a:gd name="connsiteY2" fmla="*/ 6829838 h 12319912"/>
              <a:gd name="connsiteX3" fmla="*/ 8089157 w 8135323"/>
              <a:gd name="connsiteY3" fmla="*/ 9689785 h 12319912"/>
              <a:gd name="connsiteX4" fmla="*/ 6468068 w 8135323"/>
              <a:gd name="connsiteY4" fmla="*/ 12097161 h 12319912"/>
              <a:gd name="connsiteX5" fmla="*/ 5895520 w 8135323"/>
              <a:gd name="connsiteY5" fmla="*/ 12102972 h 12319912"/>
              <a:gd name="connsiteX6" fmla="*/ 3328851 w 8135323"/>
              <a:gd name="connsiteY6" fmla="*/ 11120830 h 12319912"/>
              <a:gd name="connsiteX7" fmla="*/ 385317 w 8135323"/>
              <a:gd name="connsiteY7" fmla="*/ 10306958 h 12319912"/>
              <a:gd name="connsiteX8" fmla="*/ 104320 w 8135323"/>
              <a:gd name="connsiteY8" fmla="*/ 10213212 h 12319912"/>
              <a:gd name="connsiteX0" fmla="*/ 2773950 w 8089157"/>
              <a:gd name="connsiteY0" fmla="*/ 81983 h 12319912"/>
              <a:gd name="connsiteX1" fmla="*/ 5850397 w 8089157"/>
              <a:gd name="connsiteY1" fmla="*/ 1003774 h 12319912"/>
              <a:gd name="connsiteX2" fmla="*/ 8089157 w 8089157"/>
              <a:gd name="connsiteY2" fmla="*/ 9689785 h 12319912"/>
              <a:gd name="connsiteX3" fmla="*/ 6468068 w 8089157"/>
              <a:gd name="connsiteY3" fmla="*/ 12097161 h 12319912"/>
              <a:gd name="connsiteX4" fmla="*/ 5895520 w 8089157"/>
              <a:gd name="connsiteY4" fmla="*/ 12102972 h 12319912"/>
              <a:gd name="connsiteX5" fmla="*/ 3328851 w 8089157"/>
              <a:gd name="connsiteY5" fmla="*/ 11120830 h 12319912"/>
              <a:gd name="connsiteX6" fmla="*/ 385317 w 8089157"/>
              <a:gd name="connsiteY6" fmla="*/ 10306958 h 12319912"/>
              <a:gd name="connsiteX7" fmla="*/ 104320 w 8089157"/>
              <a:gd name="connsiteY7" fmla="*/ 10213212 h 12319912"/>
              <a:gd name="connsiteX0" fmla="*/ 5850397 w 8089157"/>
              <a:gd name="connsiteY0" fmla="*/ 0 h 11316138"/>
              <a:gd name="connsiteX1" fmla="*/ 8089157 w 8089157"/>
              <a:gd name="connsiteY1" fmla="*/ 8686011 h 11316138"/>
              <a:gd name="connsiteX2" fmla="*/ 6468068 w 8089157"/>
              <a:gd name="connsiteY2" fmla="*/ 11093387 h 11316138"/>
              <a:gd name="connsiteX3" fmla="*/ 5895520 w 8089157"/>
              <a:gd name="connsiteY3" fmla="*/ 11099198 h 11316138"/>
              <a:gd name="connsiteX4" fmla="*/ 3328851 w 8089157"/>
              <a:gd name="connsiteY4" fmla="*/ 10117056 h 11316138"/>
              <a:gd name="connsiteX5" fmla="*/ 385317 w 8089157"/>
              <a:gd name="connsiteY5" fmla="*/ 9303184 h 11316138"/>
              <a:gd name="connsiteX6" fmla="*/ 104320 w 8089157"/>
              <a:gd name="connsiteY6" fmla="*/ 9209438 h 11316138"/>
              <a:gd name="connsiteX0" fmla="*/ 8089157 w 8089157"/>
              <a:gd name="connsiteY0" fmla="*/ 0 h 2630127"/>
              <a:gd name="connsiteX1" fmla="*/ 6468068 w 8089157"/>
              <a:gd name="connsiteY1" fmla="*/ 2407376 h 2630127"/>
              <a:gd name="connsiteX2" fmla="*/ 5895520 w 8089157"/>
              <a:gd name="connsiteY2" fmla="*/ 2413187 h 2630127"/>
              <a:gd name="connsiteX3" fmla="*/ 3328851 w 8089157"/>
              <a:gd name="connsiteY3" fmla="*/ 1431045 h 2630127"/>
              <a:gd name="connsiteX4" fmla="*/ 385317 w 8089157"/>
              <a:gd name="connsiteY4" fmla="*/ 617173 h 2630127"/>
              <a:gd name="connsiteX5" fmla="*/ 104320 w 8089157"/>
              <a:gd name="connsiteY5" fmla="*/ 523427 h 2630127"/>
              <a:gd name="connsiteX0" fmla="*/ 6468068 w 6468068"/>
              <a:gd name="connsiteY0" fmla="*/ 1945261 h 2168012"/>
              <a:gd name="connsiteX1" fmla="*/ 5895520 w 6468068"/>
              <a:gd name="connsiteY1" fmla="*/ 1951072 h 2168012"/>
              <a:gd name="connsiteX2" fmla="*/ 3328851 w 6468068"/>
              <a:gd name="connsiteY2" fmla="*/ 968930 h 2168012"/>
              <a:gd name="connsiteX3" fmla="*/ 385317 w 6468068"/>
              <a:gd name="connsiteY3" fmla="*/ 155058 h 2168012"/>
              <a:gd name="connsiteX4" fmla="*/ 104320 w 6468068"/>
              <a:gd name="connsiteY4" fmla="*/ 61312 h 2168012"/>
              <a:gd name="connsiteX0" fmla="*/ 5895520 w 5895520"/>
              <a:gd name="connsiteY0" fmla="*/ 1951072 h 1951072"/>
              <a:gd name="connsiteX1" fmla="*/ 3328851 w 5895520"/>
              <a:gd name="connsiteY1" fmla="*/ 968930 h 1951072"/>
              <a:gd name="connsiteX2" fmla="*/ 385317 w 5895520"/>
              <a:gd name="connsiteY2" fmla="*/ 155058 h 1951072"/>
              <a:gd name="connsiteX3" fmla="*/ 104320 w 5895520"/>
              <a:gd name="connsiteY3" fmla="*/ 61312 h 195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5520" h="1951072">
                <a:moveTo>
                  <a:pt x="5895520" y="1951072"/>
                </a:moveTo>
                <a:cubicBezTo>
                  <a:pt x="5138637" y="1828990"/>
                  <a:pt x="4247218" y="1268266"/>
                  <a:pt x="3328851" y="968930"/>
                </a:cubicBezTo>
                <a:cubicBezTo>
                  <a:pt x="2260922" y="568539"/>
                  <a:pt x="1310983" y="530558"/>
                  <a:pt x="385317" y="155058"/>
                </a:cubicBezTo>
                <a:cubicBezTo>
                  <a:pt x="-167345" y="-11452"/>
                  <a:pt x="8549" y="-45729"/>
                  <a:pt x="104320" y="61312"/>
                </a:cubicBezTo>
              </a:path>
            </a:pathLst>
          </a:custGeom>
          <a:noFill/>
          <a:ln w="19110" cap="flat">
            <a:solidFill>
              <a:srgbClr val="6C1D5F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E1DB3D8-9AE0-A93F-1CB2-11A243F896F9}"/>
              </a:ext>
            </a:extLst>
          </p:cNvPr>
          <p:cNvSpPr/>
          <p:nvPr userDrawn="1"/>
        </p:nvSpPr>
        <p:spPr>
          <a:xfrm>
            <a:off x="8539686" y="0"/>
            <a:ext cx="3652315" cy="1538876"/>
          </a:xfrm>
          <a:custGeom>
            <a:avLst/>
            <a:gdLst>
              <a:gd name="connsiteX0" fmla="*/ 0 w 3652315"/>
              <a:gd name="connsiteY0" fmla="*/ 0 h 1538876"/>
              <a:gd name="connsiteX1" fmla="*/ 3652315 w 3652315"/>
              <a:gd name="connsiteY1" fmla="*/ 0 h 1538876"/>
              <a:gd name="connsiteX2" fmla="*/ 3652315 w 3652315"/>
              <a:gd name="connsiteY2" fmla="*/ 1537398 h 1538876"/>
              <a:gd name="connsiteX3" fmla="*/ 3596909 w 3652315"/>
              <a:gd name="connsiteY3" fmla="*/ 1538876 h 1538876"/>
              <a:gd name="connsiteX4" fmla="*/ 2266115 w 3652315"/>
              <a:gd name="connsiteY4" fmla="*/ 1064401 h 1538876"/>
              <a:gd name="connsiteX5" fmla="*/ 864418 w 3652315"/>
              <a:gd name="connsiteY5" fmla="*/ 681134 h 1538876"/>
              <a:gd name="connsiteX6" fmla="*/ 23705 w 3652315"/>
              <a:gd name="connsiteY6" fmla="*/ 42529 h 15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315" h="1538876">
                <a:moveTo>
                  <a:pt x="0" y="0"/>
                </a:moveTo>
                <a:lnTo>
                  <a:pt x="3652315" y="0"/>
                </a:lnTo>
                <a:lnTo>
                  <a:pt x="3652315" y="1537398"/>
                </a:lnTo>
                <a:lnTo>
                  <a:pt x="3596909" y="1538876"/>
                </a:lnTo>
                <a:cubicBezTo>
                  <a:pt x="3199795" y="1528044"/>
                  <a:pt x="2711216" y="1229830"/>
                  <a:pt x="2266115" y="1064401"/>
                </a:cubicBezTo>
                <a:cubicBezTo>
                  <a:pt x="1757427" y="875333"/>
                  <a:pt x="1305335" y="858549"/>
                  <a:pt x="864418" y="681134"/>
                </a:cubicBezTo>
                <a:cubicBezTo>
                  <a:pt x="534562" y="547937"/>
                  <a:pt x="210299" y="324487"/>
                  <a:pt x="23705" y="4252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913EB00-D2E9-21B0-3E3E-92D27834CFA0}"/>
              </a:ext>
            </a:extLst>
          </p:cNvPr>
          <p:cNvSpPr/>
          <p:nvPr userDrawn="1"/>
        </p:nvSpPr>
        <p:spPr>
          <a:xfrm>
            <a:off x="6128485" y="5340478"/>
            <a:ext cx="6063515" cy="1517522"/>
          </a:xfrm>
          <a:custGeom>
            <a:avLst/>
            <a:gdLst>
              <a:gd name="connsiteX0" fmla="*/ 2791805 w 6063515"/>
              <a:gd name="connsiteY0" fmla="*/ 1179 h 1517522"/>
              <a:gd name="connsiteX1" fmla="*/ 5921767 w 6063515"/>
              <a:gd name="connsiteY1" fmla="*/ 743898 h 1517522"/>
              <a:gd name="connsiteX2" fmla="*/ 6063515 w 6063515"/>
              <a:gd name="connsiteY2" fmla="*/ 814265 h 1517522"/>
              <a:gd name="connsiteX3" fmla="*/ 6063515 w 6063515"/>
              <a:gd name="connsiteY3" fmla="*/ 1517522 h 1517522"/>
              <a:gd name="connsiteX4" fmla="*/ 0 w 6063515"/>
              <a:gd name="connsiteY4" fmla="*/ 1517522 h 1517522"/>
              <a:gd name="connsiteX5" fmla="*/ 186263 w 6063515"/>
              <a:gd name="connsiteY5" fmla="*/ 1335076 h 1517522"/>
              <a:gd name="connsiteX6" fmla="*/ 2063296 w 6063515"/>
              <a:gd name="connsiteY6" fmla="*/ 98044 h 1517522"/>
              <a:gd name="connsiteX7" fmla="*/ 2791805 w 6063515"/>
              <a:gd name="connsiteY7" fmla="*/ 1179 h 151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515" h="1517522">
                <a:moveTo>
                  <a:pt x="2791805" y="1179"/>
                </a:moveTo>
                <a:cubicBezTo>
                  <a:pt x="3678329" y="-19512"/>
                  <a:pt x="4843583" y="232300"/>
                  <a:pt x="5921767" y="743898"/>
                </a:cubicBezTo>
                <a:lnTo>
                  <a:pt x="6063515" y="814265"/>
                </a:lnTo>
                <a:lnTo>
                  <a:pt x="6063515" y="1517522"/>
                </a:lnTo>
                <a:lnTo>
                  <a:pt x="0" y="1517522"/>
                </a:lnTo>
                <a:lnTo>
                  <a:pt x="186263" y="1335076"/>
                </a:lnTo>
                <a:cubicBezTo>
                  <a:pt x="702354" y="824474"/>
                  <a:pt x="1225941" y="331388"/>
                  <a:pt x="2063296" y="98044"/>
                </a:cubicBezTo>
                <a:cubicBezTo>
                  <a:pt x="2272640" y="39710"/>
                  <a:pt x="2519028" y="7545"/>
                  <a:pt x="2791805" y="11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BD63F1-7387-8016-1A7E-B60E66B40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35242"/>
            <a:ext cx="5540400" cy="79809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6DC2B1A-1B13-5F1D-A951-E71FF2869A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23948"/>
            <a:ext cx="5540400" cy="2689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Chapter number</a:t>
            </a:r>
          </a:p>
        </p:txBody>
      </p:sp>
    </p:spTree>
    <p:extLst>
      <p:ext uri="{BB962C8B-B14F-4D97-AF65-F5344CB8AC3E}">
        <p14:creationId xmlns:p14="http://schemas.microsoft.com/office/powerpoint/2010/main" val="4150340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5D01-D82B-260F-3184-C82FCF65A3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435242"/>
            <a:ext cx="5540400" cy="7980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contents</a:t>
            </a:r>
            <a:br>
              <a:rPr lang="en-GB" dirty="0"/>
            </a:br>
            <a:r>
              <a:rPr lang="en-GB" dirty="0"/>
              <a:t>max. 2 lines</a:t>
            </a:r>
            <a:endParaRPr lang="en-PL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2318783-F912-367F-A0F9-62F27F691C6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23948"/>
            <a:ext cx="5540400" cy="2689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Chapter number</a:t>
            </a: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6B5F20A3-472A-3CB2-E046-8EDD9712E221}"/>
              </a:ext>
            </a:extLst>
          </p:cNvPr>
          <p:cNvSpPr/>
          <p:nvPr userDrawn="1"/>
        </p:nvSpPr>
        <p:spPr>
          <a:xfrm rot="6999517">
            <a:off x="852903" y="1204759"/>
            <a:ext cx="4758926" cy="5118997"/>
          </a:xfrm>
          <a:custGeom>
            <a:avLst/>
            <a:gdLst>
              <a:gd name="connsiteX0" fmla="*/ 1401949 w 1616853"/>
              <a:gd name="connsiteY0" fmla="*/ 422108 h 1739188"/>
              <a:gd name="connsiteX1" fmla="*/ 1615215 w 1616853"/>
              <a:gd name="connsiteY1" fmla="*/ 994174 h 1739188"/>
              <a:gd name="connsiteX2" fmla="*/ 1251001 w 1616853"/>
              <a:gd name="connsiteY2" fmla="*/ 1543821 h 1739188"/>
              <a:gd name="connsiteX3" fmla="*/ 480868 w 1616853"/>
              <a:gd name="connsiteY3" fmla="*/ 1705884 h 1739188"/>
              <a:gd name="connsiteX4" fmla="*/ 2563 w 1616853"/>
              <a:gd name="connsiteY4" fmla="*/ 1071596 h 1739188"/>
              <a:gd name="connsiteX5" fmla="*/ 319850 w 1616853"/>
              <a:gd name="connsiteY5" fmla="*/ 332242 h 1739188"/>
              <a:gd name="connsiteX6" fmla="*/ 922695 w 1616853"/>
              <a:gd name="connsiteY6" fmla="*/ 2891 h 1739188"/>
              <a:gd name="connsiteX7" fmla="*/ 1401949 w 1616853"/>
              <a:gd name="connsiteY7" fmla="*/ 422013 h 1739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16853" h="1739188">
                <a:moveTo>
                  <a:pt x="1401949" y="422108"/>
                </a:moveTo>
                <a:cubicBezTo>
                  <a:pt x="1530859" y="614760"/>
                  <a:pt x="1630985" y="799718"/>
                  <a:pt x="1615215" y="994174"/>
                </a:cubicBezTo>
                <a:cubicBezTo>
                  <a:pt x="1599446" y="1188726"/>
                  <a:pt x="1467592" y="1392303"/>
                  <a:pt x="1251001" y="1543821"/>
                </a:cubicBezTo>
                <a:cubicBezTo>
                  <a:pt x="1034410" y="1695340"/>
                  <a:pt x="732988" y="1794231"/>
                  <a:pt x="480868" y="1705884"/>
                </a:cubicBezTo>
                <a:cubicBezTo>
                  <a:pt x="229319" y="1617443"/>
                  <a:pt x="27072" y="1341670"/>
                  <a:pt x="2563" y="1071596"/>
                </a:cubicBezTo>
                <a:cubicBezTo>
                  <a:pt x="-21851" y="801997"/>
                  <a:pt x="131473" y="538194"/>
                  <a:pt x="319850" y="332242"/>
                </a:cubicBezTo>
                <a:cubicBezTo>
                  <a:pt x="508227" y="126291"/>
                  <a:pt x="732038" y="-22853"/>
                  <a:pt x="922695" y="2891"/>
                </a:cubicBezTo>
                <a:cubicBezTo>
                  <a:pt x="1113922" y="28730"/>
                  <a:pt x="1272565" y="229457"/>
                  <a:pt x="1401949" y="422013"/>
                </a:cubicBezTo>
                <a:close/>
              </a:path>
            </a:pathLst>
          </a:custGeom>
          <a:solidFill>
            <a:schemeClr val="accent1"/>
          </a:solidFill>
          <a:ln w="9487" cap="flat">
            <a:noFill/>
            <a:prstDash val="solid"/>
            <a:miter/>
          </a:ln>
        </p:spPr>
        <p:txBody>
          <a:bodyPr rtlCol="0" anchor="ctr"/>
          <a:lstStyle/>
          <a:p>
            <a:endParaRPr lang="en-GB" noProof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8E00BA19-5C35-CDE1-774D-9BBD0B7B595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0433" y="1222310"/>
            <a:ext cx="4651685" cy="4765704"/>
          </a:xfrm>
          <a:custGeom>
            <a:avLst/>
            <a:gdLst>
              <a:gd name="connsiteX0" fmla="*/ 2172219 w 4643466"/>
              <a:gd name="connsiteY0" fmla="*/ 4 h 4757283"/>
              <a:gd name="connsiteX1" fmla="*/ 3682662 w 4643466"/>
              <a:gd name="connsiteY1" fmla="*/ 791177 h 4757283"/>
              <a:gd name="connsiteX2" fmla="*/ 3682719 w 4643466"/>
              <a:gd name="connsiteY2" fmla="*/ 791425 h 4757283"/>
              <a:gd name="connsiteX3" fmla="*/ 4631723 w 4643466"/>
              <a:gd name="connsiteY3" fmla="*/ 2150645 h 4757283"/>
              <a:gd name="connsiteX4" fmla="*/ 3921972 w 4643466"/>
              <a:gd name="connsiteY4" fmla="*/ 3826185 h 4757283"/>
              <a:gd name="connsiteX5" fmla="*/ 1824385 w 4643466"/>
              <a:gd name="connsiteY5" fmla="*/ 4750602 h 4757283"/>
              <a:gd name="connsiteX6" fmla="*/ 83093 w 4643466"/>
              <a:gd name="connsiteY6" fmla="*/ 3400595 h 4757283"/>
              <a:gd name="connsiteX7" fmla="*/ 545938 w 4643466"/>
              <a:gd name="connsiteY7" fmla="*/ 1258862 h 4757283"/>
              <a:gd name="connsiteX8" fmla="*/ 2067058 w 4643466"/>
              <a:gd name="connsiteY8" fmla="*/ 5108 h 4757283"/>
              <a:gd name="connsiteX9" fmla="*/ 2172219 w 4643466"/>
              <a:gd name="connsiteY9" fmla="*/ 4 h 4757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43466" h="4757283">
                <a:moveTo>
                  <a:pt x="2172219" y="4"/>
                </a:moveTo>
                <a:cubicBezTo>
                  <a:pt x="2698457" y="1377"/>
                  <a:pt x="3229338" y="397328"/>
                  <a:pt x="3682662" y="791177"/>
                </a:cubicBezTo>
                <a:lnTo>
                  <a:pt x="3682719" y="791425"/>
                </a:lnTo>
                <a:cubicBezTo>
                  <a:pt x="4164971" y="1212090"/>
                  <a:pt x="4560621" y="1631303"/>
                  <a:pt x="4631723" y="2150645"/>
                </a:cubicBezTo>
                <a:cubicBezTo>
                  <a:pt x="4702885" y="2670238"/>
                  <a:pt x="4448678" y="3288845"/>
                  <a:pt x="3921972" y="3826185"/>
                </a:cubicBezTo>
                <a:cubicBezTo>
                  <a:pt x="3395266" y="4363528"/>
                  <a:pt x="2595453" y="4818175"/>
                  <a:pt x="1824385" y="4750602"/>
                </a:cubicBezTo>
                <a:cubicBezTo>
                  <a:pt x="1054889" y="4682411"/>
                  <a:pt x="314082" y="4091754"/>
                  <a:pt x="83093" y="3400595"/>
                </a:cubicBezTo>
                <a:cubicBezTo>
                  <a:pt x="-147341" y="2710618"/>
                  <a:pt x="132101" y="1920392"/>
                  <a:pt x="545938" y="1258862"/>
                </a:cubicBezTo>
                <a:cubicBezTo>
                  <a:pt x="959775" y="597334"/>
                  <a:pt x="1508470" y="61520"/>
                  <a:pt x="2067058" y="5108"/>
                </a:cubicBezTo>
                <a:cubicBezTo>
                  <a:pt x="2102075" y="1575"/>
                  <a:pt x="2137137" y="-87"/>
                  <a:pt x="2172219" y="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1FEEDD8-28AA-BE3E-02E2-170FFB40470C}"/>
              </a:ext>
            </a:extLst>
          </p:cNvPr>
          <p:cNvSpPr/>
          <p:nvPr userDrawn="1"/>
        </p:nvSpPr>
        <p:spPr>
          <a:xfrm>
            <a:off x="6296481" y="-351"/>
            <a:ext cx="5895520" cy="1951072"/>
          </a:xfrm>
          <a:custGeom>
            <a:avLst/>
            <a:gdLst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58756 w 9855101"/>
              <a:gd name="connsiteY7" fmla="*/ 8327921 h 12126752"/>
              <a:gd name="connsiteX8" fmla="*/ 592520 w 9855101"/>
              <a:gd name="connsiteY8" fmla="*/ 5251217 h 12126752"/>
              <a:gd name="connsiteX9" fmla="*/ 1635363 w 9855101"/>
              <a:gd name="connsiteY9" fmla="*/ 1999091 h 12126752"/>
              <a:gd name="connsiteX10" fmla="*/ 4494042 w 9855101"/>
              <a:gd name="connsiteY10" fmla="*/ 81983 h 12126752"/>
              <a:gd name="connsiteX11" fmla="*/ 7570489 w 9855101"/>
              <a:gd name="connsiteY11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1732972 w 9855101"/>
              <a:gd name="connsiteY0" fmla="*/ 10121772 h 12126752"/>
              <a:gd name="connsiteX1" fmla="*/ 58756 w 9855101"/>
              <a:gd name="connsiteY1" fmla="*/ 8327921 h 12126752"/>
              <a:gd name="connsiteX2" fmla="*/ 592520 w 9855101"/>
              <a:gd name="connsiteY2" fmla="*/ 5251217 h 12126752"/>
              <a:gd name="connsiteX3" fmla="*/ 1635363 w 9855101"/>
              <a:gd name="connsiteY3" fmla="*/ 1999091 h 12126752"/>
              <a:gd name="connsiteX4" fmla="*/ 4494042 w 9855101"/>
              <a:gd name="connsiteY4" fmla="*/ 81983 h 12126752"/>
              <a:gd name="connsiteX5" fmla="*/ 7570489 w 9855101"/>
              <a:gd name="connsiteY5" fmla="*/ 1003774 h 12126752"/>
              <a:gd name="connsiteX6" fmla="*/ 8284143 w 9855101"/>
              <a:gd name="connsiteY6" fmla="*/ 4475255 h 12126752"/>
              <a:gd name="connsiteX7" fmla="*/ 9328763 w 9855101"/>
              <a:gd name="connsiteY7" fmla="*/ 6829838 h 12126752"/>
              <a:gd name="connsiteX8" fmla="*/ 9809249 w 9855101"/>
              <a:gd name="connsiteY8" fmla="*/ 9689785 h 12126752"/>
              <a:gd name="connsiteX9" fmla="*/ 8188160 w 9855101"/>
              <a:gd name="connsiteY9" fmla="*/ 12097161 h 12126752"/>
              <a:gd name="connsiteX10" fmla="*/ 5048943 w 9855101"/>
              <a:gd name="connsiteY10" fmla="*/ 11120830 h 12126752"/>
              <a:gd name="connsiteX11" fmla="*/ 2105409 w 9855101"/>
              <a:gd name="connsiteY11" fmla="*/ 10306958 h 12126752"/>
              <a:gd name="connsiteX12" fmla="*/ 1824412 w 9855101"/>
              <a:gd name="connsiteY12" fmla="*/ 10213212 h 12126752"/>
              <a:gd name="connsiteX0" fmla="*/ 962938 w 9806427"/>
              <a:gd name="connsiteY0" fmla="*/ 10203052 h 12126752"/>
              <a:gd name="connsiteX1" fmla="*/ 10082 w 9806427"/>
              <a:gd name="connsiteY1" fmla="*/ 8327921 h 12126752"/>
              <a:gd name="connsiteX2" fmla="*/ 543846 w 9806427"/>
              <a:gd name="connsiteY2" fmla="*/ 5251217 h 12126752"/>
              <a:gd name="connsiteX3" fmla="*/ 1586689 w 9806427"/>
              <a:gd name="connsiteY3" fmla="*/ 1999091 h 12126752"/>
              <a:gd name="connsiteX4" fmla="*/ 4445368 w 9806427"/>
              <a:gd name="connsiteY4" fmla="*/ 81983 h 12126752"/>
              <a:gd name="connsiteX5" fmla="*/ 7521815 w 9806427"/>
              <a:gd name="connsiteY5" fmla="*/ 1003774 h 12126752"/>
              <a:gd name="connsiteX6" fmla="*/ 8235469 w 9806427"/>
              <a:gd name="connsiteY6" fmla="*/ 4475255 h 12126752"/>
              <a:gd name="connsiteX7" fmla="*/ 9280089 w 9806427"/>
              <a:gd name="connsiteY7" fmla="*/ 6829838 h 12126752"/>
              <a:gd name="connsiteX8" fmla="*/ 9760575 w 9806427"/>
              <a:gd name="connsiteY8" fmla="*/ 9689785 h 12126752"/>
              <a:gd name="connsiteX9" fmla="*/ 8139486 w 9806427"/>
              <a:gd name="connsiteY9" fmla="*/ 12097161 h 12126752"/>
              <a:gd name="connsiteX10" fmla="*/ 5000269 w 9806427"/>
              <a:gd name="connsiteY10" fmla="*/ 11120830 h 12126752"/>
              <a:gd name="connsiteX11" fmla="*/ 2056735 w 9806427"/>
              <a:gd name="connsiteY11" fmla="*/ 10306958 h 12126752"/>
              <a:gd name="connsiteX12" fmla="*/ 1775738 w 9806427"/>
              <a:gd name="connsiteY12" fmla="*/ 10213212 h 1212675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10082 w 9806427"/>
              <a:gd name="connsiteY0" fmla="*/ 8327921 h 12319912"/>
              <a:gd name="connsiteX1" fmla="*/ 543846 w 9806427"/>
              <a:gd name="connsiteY1" fmla="*/ 5251217 h 12319912"/>
              <a:gd name="connsiteX2" fmla="*/ 1586689 w 9806427"/>
              <a:gd name="connsiteY2" fmla="*/ 1999091 h 12319912"/>
              <a:gd name="connsiteX3" fmla="*/ 4445368 w 9806427"/>
              <a:gd name="connsiteY3" fmla="*/ 81983 h 12319912"/>
              <a:gd name="connsiteX4" fmla="*/ 7521815 w 9806427"/>
              <a:gd name="connsiteY4" fmla="*/ 1003774 h 12319912"/>
              <a:gd name="connsiteX5" fmla="*/ 8235469 w 9806427"/>
              <a:gd name="connsiteY5" fmla="*/ 4475255 h 12319912"/>
              <a:gd name="connsiteX6" fmla="*/ 9280089 w 9806427"/>
              <a:gd name="connsiteY6" fmla="*/ 6829838 h 12319912"/>
              <a:gd name="connsiteX7" fmla="*/ 9760575 w 9806427"/>
              <a:gd name="connsiteY7" fmla="*/ 9689785 h 12319912"/>
              <a:gd name="connsiteX8" fmla="*/ 8139486 w 9806427"/>
              <a:gd name="connsiteY8" fmla="*/ 12097161 h 12319912"/>
              <a:gd name="connsiteX9" fmla="*/ 7566938 w 9806427"/>
              <a:gd name="connsiteY9" fmla="*/ 12102972 h 12319912"/>
              <a:gd name="connsiteX10" fmla="*/ 5000269 w 9806427"/>
              <a:gd name="connsiteY10" fmla="*/ 11120830 h 12319912"/>
              <a:gd name="connsiteX11" fmla="*/ 2056735 w 9806427"/>
              <a:gd name="connsiteY11" fmla="*/ 10306958 h 12319912"/>
              <a:gd name="connsiteX12" fmla="*/ 1775738 w 9806427"/>
              <a:gd name="connsiteY12" fmla="*/ 10213212 h 12319912"/>
              <a:gd name="connsiteX0" fmla="*/ 0 w 9262581"/>
              <a:gd name="connsiteY0" fmla="*/ 5251217 h 12319912"/>
              <a:gd name="connsiteX1" fmla="*/ 1042843 w 9262581"/>
              <a:gd name="connsiteY1" fmla="*/ 1999091 h 12319912"/>
              <a:gd name="connsiteX2" fmla="*/ 3901522 w 9262581"/>
              <a:gd name="connsiteY2" fmla="*/ 81983 h 12319912"/>
              <a:gd name="connsiteX3" fmla="*/ 6977969 w 9262581"/>
              <a:gd name="connsiteY3" fmla="*/ 1003774 h 12319912"/>
              <a:gd name="connsiteX4" fmla="*/ 7691623 w 9262581"/>
              <a:gd name="connsiteY4" fmla="*/ 4475255 h 12319912"/>
              <a:gd name="connsiteX5" fmla="*/ 8736243 w 9262581"/>
              <a:gd name="connsiteY5" fmla="*/ 6829838 h 12319912"/>
              <a:gd name="connsiteX6" fmla="*/ 9216729 w 9262581"/>
              <a:gd name="connsiteY6" fmla="*/ 9689785 h 12319912"/>
              <a:gd name="connsiteX7" fmla="*/ 7595640 w 9262581"/>
              <a:gd name="connsiteY7" fmla="*/ 12097161 h 12319912"/>
              <a:gd name="connsiteX8" fmla="*/ 7023092 w 9262581"/>
              <a:gd name="connsiteY8" fmla="*/ 12102972 h 12319912"/>
              <a:gd name="connsiteX9" fmla="*/ 4456423 w 9262581"/>
              <a:gd name="connsiteY9" fmla="*/ 11120830 h 12319912"/>
              <a:gd name="connsiteX10" fmla="*/ 1512889 w 9262581"/>
              <a:gd name="connsiteY10" fmla="*/ 10306958 h 12319912"/>
              <a:gd name="connsiteX11" fmla="*/ 1231892 w 9262581"/>
              <a:gd name="connsiteY11" fmla="*/ 10213212 h 12319912"/>
              <a:gd name="connsiteX0" fmla="*/ 0 w 8219738"/>
              <a:gd name="connsiteY0" fmla="*/ 1999091 h 12319912"/>
              <a:gd name="connsiteX1" fmla="*/ 2858679 w 8219738"/>
              <a:gd name="connsiteY1" fmla="*/ 81983 h 12319912"/>
              <a:gd name="connsiteX2" fmla="*/ 5935126 w 8219738"/>
              <a:gd name="connsiteY2" fmla="*/ 1003774 h 12319912"/>
              <a:gd name="connsiteX3" fmla="*/ 6648780 w 8219738"/>
              <a:gd name="connsiteY3" fmla="*/ 4475255 h 12319912"/>
              <a:gd name="connsiteX4" fmla="*/ 7693400 w 8219738"/>
              <a:gd name="connsiteY4" fmla="*/ 6829838 h 12319912"/>
              <a:gd name="connsiteX5" fmla="*/ 8173886 w 8219738"/>
              <a:gd name="connsiteY5" fmla="*/ 9689785 h 12319912"/>
              <a:gd name="connsiteX6" fmla="*/ 6552797 w 8219738"/>
              <a:gd name="connsiteY6" fmla="*/ 12097161 h 12319912"/>
              <a:gd name="connsiteX7" fmla="*/ 5980249 w 8219738"/>
              <a:gd name="connsiteY7" fmla="*/ 12102972 h 12319912"/>
              <a:gd name="connsiteX8" fmla="*/ 3413580 w 8219738"/>
              <a:gd name="connsiteY8" fmla="*/ 11120830 h 12319912"/>
              <a:gd name="connsiteX9" fmla="*/ 470046 w 8219738"/>
              <a:gd name="connsiteY9" fmla="*/ 10306958 h 12319912"/>
              <a:gd name="connsiteX10" fmla="*/ 189049 w 8219738"/>
              <a:gd name="connsiteY10" fmla="*/ 10213212 h 12319912"/>
              <a:gd name="connsiteX0" fmla="*/ 2773950 w 8135009"/>
              <a:gd name="connsiteY0" fmla="*/ 81983 h 12319912"/>
              <a:gd name="connsiteX1" fmla="*/ 5850397 w 8135009"/>
              <a:gd name="connsiteY1" fmla="*/ 1003774 h 12319912"/>
              <a:gd name="connsiteX2" fmla="*/ 6564051 w 8135009"/>
              <a:gd name="connsiteY2" fmla="*/ 4475255 h 12319912"/>
              <a:gd name="connsiteX3" fmla="*/ 7608671 w 8135009"/>
              <a:gd name="connsiteY3" fmla="*/ 6829838 h 12319912"/>
              <a:gd name="connsiteX4" fmla="*/ 8089157 w 8135009"/>
              <a:gd name="connsiteY4" fmla="*/ 9689785 h 12319912"/>
              <a:gd name="connsiteX5" fmla="*/ 6468068 w 8135009"/>
              <a:gd name="connsiteY5" fmla="*/ 12097161 h 12319912"/>
              <a:gd name="connsiteX6" fmla="*/ 5895520 w 8135009"/>
              <a:gd name="connsiteY6" fmla="*/ 12102972 h 12319912"/>
              <a:gd name="connsiteX7" fmla="*/ 3328851 w 8135009"/>
              <a:gd name="connsiteY7" fmla="*/ 11120830 h 12319912"/>
              <a:gd name="connsiteX8" fmla="*/ 385317 w 8135009"/>
              <a:gd name="connsiteY8" fmla="*/ 10306958 h 12319912"/>
              <a:gd name="connsiteX9" fmla="*/ 104320 w 8135009"/>
              <a:gd name="connsiteY9" fmla="*/ 10213212 h 12319912"/>
              <a:gd name="connsiteX0" fmla="*/ 2773950 w 8135323"/>
              <a:gd name="connsiteY0" fmla="*/ 81983 h 12319912"/>
              <a:gd name="connsiteX1" fmla="*/ 5850397 w 8135323"/>
              <a:gd name="connsiteY1" fmla="*/ 1003774 h 12319912"/>
              <a:gd name="connsiteX2" fmla="*/ 7608671 w 8135323"/>
              <a:gd name="connsiteY2" fmla="*/ 6829838 h 12319912"/>
              <a:gd name="connsiteX3" fmla="*/ 8089157 w 8135323"/>
              <a:gd name="connsiteY3" fmla="*/ 9689785 h 12319912"/>
              <a:gd name="connsiteX4" fmla="*/ 6468068 w 8135323"/>
              <a:gd name="connsiteY4" fmla="*/ 12097161 h 12319912"/>
              <a:gd name="connsiteX5" fmla="*/ 5895520 w 8135323"/>
              <a:gd name="connsiteY5" fmla="*/ 12102972 h 12319912"/>
              <a:gd name="connsiteX6" fmla="*/ 3328851 w 8135323"/>
              <a:gd name="connsiteY6" fmla="*/ 11120830 h 12319912"/>
              <a:gd name="connsiteX7" fmla="*/ 385317 w 8135323"/>
              <a:gd name="connsiteY7" fmla="*/ 10306958 h 12319912"/>
              <a:gd name="connsiteX8" fmla="*/ 104320 w 8135323"/>
              <a:gd name="connsiteY8" fmla="*/ 10213212 h 12319912"/>
              <a:gd name="connsiteX0" fmla="*/ 2773950 w 8089157"/>
              <a:gd name="connsiteY0" fmla="*/ 81983 h 12319912"/>
              <a:gd name="connsiteX1" fmla="*/ 5850397 w 8089157"/>
              <a:gd name="connsiteY1" fmla="*/ 1003774 h 12319912"/>
              <a:gd name="connsiteX2" fmla="*/ 8089157 w 8089157"/>
              <a:gd name="connsiteY2" fmla="*/ 9689785 h 12319912"/>
              <a:gd name="connsiteX3" fmla="*/ 6468068 w 8089157"/>
              <a:gd name="connsiteY3" fmla="*/ 12097161 h 12319912"/>
              <a:gd name="connsiteX4" fmla="*/ 5895520 w 8089157"/>
              <a:gd name="connsiteY4" fmla="*/ 12102972 h 12319912"/>
              <a:gd name="connsiteX5" fmla="*/ 3328851 w 8089157"/>
              <a:gd name="connsiteY5" fmla="*/ 11120830 h 12319912"/>
              <a:gd name="connsiteX6" fmla="*/ 385317 w 8089157"/>
              <a:gd name="connsiteY6" fmla="*/ 10306958 h 12319912"/>
              <a:gd name="connsiteX7" fmla="*/ 104320 w 8089157"/>
              <a:gd name="connsiteY7" fmla="*/ 10213212 h 12319912"/>
              <a:gd name="connsiteX0" fmla="*/ 5850397 w 8089157"/>
              <a:gd name="connsiteY0" fmla="*/ 0 h 11316138"/>
              <a:gd name="connsiteX1" fmla="*/ 8089157 w 8089157"/>
              <a:gd name="connsiteY1" fmla="*/ 8686011 h 11316138"/>
              <a:gd name="connsiteX2" fmla="*/ 6468068 w 8089157"/>
              <a:gd name="connsiteY2" fmla="*/ 11093387 h 11316138"/>
              <a:gd name="connsiteX3" fmla="*/ 5895520 w 8089157"/>
              <a:gd name="connsiteY3" fmla="*/ 11099198 h 11316138"/>
              <a:gd name="connsiteX4" fmla="*/ 3328851 w 8089157"/>
              <a:gd name="connsiteY4" fmla="*/ 10117056 h 11316138"/>
              <a:gd name="connsiteX5" fmla="*/ 385317 w 8089157"/>
              <a:gd name="connsiteY5" fmla="*/ 9303184 h 11316138"/>
              <a:gd name="connsiteX6" fmla="*/ 104320 w 8089157"/>
              <a:gd name="connsiteY6" fmla="*/ 9209438 h 11316138"/>
              <a:gd name="connsiteX0" fmla="*/ 8089157 w 8089157"/>
              <a:gd name="connsiteY0" fmla="*/ 0 h 2630127"/>
              <a:gd name="connsiteX1" fmla="*/ 6468068 w 8089157"/>
              <a:gd name="connsiteY1" fmla="*/ 2407376 h 2630127"/>
              <a:gd name="connsiteX2" fmla="*/ 5895520 w 8089157"/>
              <a:gd name="connsiteY2" fmla="*/ 2413187 h 2630127"/>
              <a:gd name="connsiteX3" fmla="*/ 3328851 w 8089157"/>
              <a:gd name="connsiteY3" fmla="*/ 1431045 h 2630127"/>
              <a:gd name="connsiteX4" fmla="*/ 385317 w 8089157"/>
              <a:gd name="connsiteY4" fmla="*/ 617173 h 2630127"/>
              <a:gd name="connsiteX5" fmla="*/ 104320 w 8089157"/>
              <a:gd name="connsiteY5" fmla="*/ 523427 h 2630127"/>
              <a:gd name="connsiteX0" fmla="*/ 6468068 w 6468068"/>
              <a:gd name="connsiteY0" fmla="*/ 1945261 h 2168012"/>
              <a:gd name="connsiteX1" fmla="*/ 5895520 w 6468068"/>
              <a:gd name="connsiteY1" fmla="*/ 1951072 h 2168012"/>
              <a:gd name="connsiteX2" fmla="*/ 3328851 w 6468068"/>
              <a:gd name="connsiteY2" fmla="*/ 968930 h 2168012"/>
              <a:gd name="connsiteX3" fmla="*/ 385317 w 6468068"/>
              <a:gd name="connsiteY3" fmla="*/ 155058 h 2168012"/>
              <a:gd name="connsiteX4" fmla="*/ 104320 w 6468068"/>
              <a:gd name="connsiteY4" fmla="*/ 61312 h 2168012"/>
              <a:gd name="connsiteX0" fmla="*/ 5895520 w 5895520"/>
              <a:gd name="connsiteY0" fmla="*/ 1951072 h 1951072"/>
              <a:gd name="connsiteX1" fmla="*/ 3328851 w 5895520"/>
              <a:gd name="connsiteY1" fmla="*/ 968930 h 1951072"/>
              <a:gd name="connsiteX2" fmla="*/ 385317 w 5895520"/>
              <a:gd name="connsiteY2" fmla="*/ 155058 h 1951072"/>
              <a:gd name="connsiteX3" fmla="*/ 104320 w 5895520"/>
              <a:gd name="connsiteY3" fmla="*/ 61312 h 195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5520" h="1951072">
                <a:moveTo>
                  <a:pt x="5895520" y="1951072"/>
                </a:moveTo>
                <a:cubicBezTo>
                  <a:pt x="5138637" y="1828990"/>
                  <a:pt x="4247218" y="1268266"/>
                  <a:pt x="3328851" y="968930"/>
                </a:cubicBezTo>
                <a:cubicBezTo>
                  <a:pt x="2260922" y="568539"/>
                  <a:pt x="1310983" y="530558"/>
                  <a:pt x="385317" y="155058"/>
                </a:cubicBezTo>
                <a:cubicBezTo>
                  <a:pt x="-167345" y="-11452"/>
                  <a:pt x="8549" y="-45729"/>
                  <a:pt x="104320" y="61312"/>
                </a:cubicBezTo>
              </a:path>
            </a:pathLst>
          </a:custGeom>
          <a:noFill/>
          <a:ln w="19110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913EB00-D2E9-21B0-3E3E-92D27834CFA0}"/>
              </a:ext>
            </a:extLst>
          </p:cNvPr>
          <p:cNvSpPr/>
          <p:nvPr userDrawn="1"/>
        </p:nvSpPr>
        <p:spPr>
          <a:xfrm>
            <a:off x="6128485" y="5340478"/>
            <a:ext cx="6063515" cy="1517522"/>
          </a:xfrm>
          <a:custGeom>
            <a:avLst/>
            <a:gdLst>
              <a:gd name="connsiteX0" fmla="*/ 2791805 w 6063515"/>
              <a:gd name="connsiteY0" fmla="*/ 1179 h 1517522"/>
              <a:gd name="connsiteX1" fmla="*/ 5921767 w 6063515"/>
              <a:gd name="connsiteY1" fmla="*/ 743898 h 1517522"/>
              <a:gd name="connsiteX2" fmla="*/ 6063515 w 6063515"/>
              <a:gd name="connsiteY2" fmla="*/ 814265 h 1517522"/>
              <a:gd name="connsiteX3" fmla="*/ 6063515 w 6063515"/>
              <a:gd name="connsiteY3" fmla="*/ 1517522 h 1517522"/>
              <a:gd name="connsiteX4" fmla="*/ 0 w 6063515"/>
              <a:gd name="connsiteY4" fmla="*/ 1517522 h 1517522"/>
              <a:gd name="connsiteX5" fmla="*/ 186263 w 6063515"/>
              <a:gd name="connsiteY5" fmla="*/ 1335076 h 1517522"/>
              <a:gd name="connsiteX6" fmla="*/ 2063296 w 6063515"/>
              <a:gd name="connsiteY6" fmla="*/ 98044 h 1517522"/>
              <a:gd name="connsiteX7" fmla="*/ 2791805 w 6063515"/>
              <a:gd name="connsiteY7" fmla="*/ 1179 h 151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63515" h="1517522">
                <a:moveTo>
                  <a:pt x="2791805" y="1179"/>
                </a:moveTo>
                <a:cubicBezTo>
                  <a:pt x="3678329" y="-19512"/>
                  <a:pt x="4843583" y="232300"/>
                  <a:pt x="5921767" y="743898"/>
                </a:cubicBezTo>
                <a:lnTo>
                  <a:pt x="6063515" y="814265"/>
                </a:lnTo>
                <a:lnTo>
                  <a:pt x="6063515" y="1517522"/>
                </a:lnTo>
                <a:lnTo>
                  <a:pt x="0" y="1517522"/>
                </a:lnTo>
                <a:lnTo>
                  <a:pt x="186263" y="1335076"/>
                </a:lnTo>
                <a:cubicBezTo>
                  <a:pt x="702354" y="824474"/>
                  <a:pt x="1225941" y="331388"/>
                  <a:pt x="2063296" y="98044"/>
                </a:cubicBezTo>
                <a:cubicBezTo>
                  <a:pt x="2272640" y="39710"/>
                  <a:pt x="2519028" y="7545"/>
                  <a:pt x="2791805" y="11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0C03FA6-F573-5B32-84D9-EA5B6229F780}"/>
              </a:ext>
            </a:extLst>
          </p:cNvPr>
          <p:cNvSpPr/>
          <p:nvPr userDrawn="1"/>
        </p:nvSpPr>
        <p:spPr>
          <a:xfrm>
            <a:off x="8539686" y="0"/>
            <a:ext cx="3652315" cy="1538876"/>
          </a:xfrm>
          <a:custGeom>
            <a:avLst/>
            <a:gdLst>
              <a:gd name="connsiteX0" fmla="*/ 0 w 3652315"/>
              <a:gd name="connsiteY0" fmla="*/ 0 h 1538876"/>
              <a:gd name="connsiteX1" fmla="*/ 3652315 w 3652315"/>
              <a:gd name="connsiteY1" fmla="*/ 0 h 1538876"/>
              <a:gd name="connsiteX2" fmla="*/ 3652315 w 3652315"/>
              <a:gd name="connsiteY2" fmla="*/ 1537398 h 1538876"/>
              <a:gd name="connsiteX3" fmla="*/ 3596909 w 3652315"/>
              <a:gd name="connsiteY3" fmla="*/ 1538876 h 1538876"/>
              <a:gd name="connsiteX4" fmla="*/ 2266115 w 3652315"/>
              <a:gd name="connsiteY4" fmla="*/ 1064401 h 1538876"/>
              <a:gd name="connsiteX5" fmla="*/ 864418 w 3652315"/>
              <a:gd name="connsiteY5" fmla="*/ 681134 h 1538876"/>
              <a:gd name="connsiteX6" fmla="*/ 23705 w 3652315"/>
              <a:gd name="connsiteY6" fmla="*/ 42529 h 15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315" h="1538876">
                <a:moveTo>
                  <a:pt x="0" y="0"/>
                </a:moveTo>
                <a:lnTo>
                  <a:pt x="3652315" y="0"/>
                </a:lnTo>
                <a:lnTo>
                  <a:pt x="3652315" y="1537398"/>
                </a:lnTo>
                <a:lnTo>
                  <a:pt x="3596909" y="1538876"/>
                </a:lnTo>
                <a:cubicBezTo>
                  <a:pt x="3199795" y="1528044"/>
                  <a:pt x="2711216" y="1229830"/>
                  <a:pt x="2266115" y="1064401"/>
                </a:cubicBezTo>
                <a:cubicBezTo>
                  <a:pt x="1757427" y="875333"/>
                  <a:pt x="1305335" y="858549"/>
                  <a:pt x="864418" y="681134"/>
                </a:cubicBezTo>
                <a:cubicBezTo>
                  <a:pt x="534562" y="547937"/>
                  <a:pt x="210299" y="324487"/>
                  <a:pt x="23705" y="42529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6605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_backgroun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A582C0-2883-D1CC-2728-B629878CEF87}"/>
              </a:ext>
            </a:extLst>
          </p:cNvPr>
          <p:cNvSpPr/>
          <p:nvPr userDrawn="1"/>
        </p:nvSpPr>
        <p:spPr>
          <a:xfrm>
            <a:off x="0" y="0"/>
            <a:ext cx="12192000" cy="6858351"/>
          </a:xfrm>
          <a:prstGeom prst="rect">
            <a:avLst/>
          </a:prstGeom>
          <a:solidFill>
            <a:schemeClr val="accent1">
              <a:alpha val="70216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1FEEDD8-28AA-BE3E-02E2-170FFB40470C}"/>
              </a:ext>
            </a:extLst>
          </p:cNvPr>
          <p:cNvSpPr/>
          <p:nvPr userDrawn="1"/>
        </p:nvSpPr>
        <p:spPr>
          <a:xfrm>
            <a:off x="6296481" y="-351"/>
            <a:ext cx="5895520" cy="1951072"/>
          </a:xfrm>
          <a:custGeom>
            <a:avLst/>
            <a:gdLst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58756 w 9855101"/>
              <a:gd name="connsiteY7" fmla="*/ 8327921 h 12126752"/>
              <a:gd name="connsiteX8" fmla="*/ 592520 w 9855101"/>
              <a:gd name="connsiteY8" fmla="*/ 5251217 h 12126752"/>
              <a:gd name="connsiteX9" fmla="*/ 1635363 w 9855101"/>
              <a:gd name="connsiteY9" fmla="*/ 1999091 h 12126752"/>
              <a:gd name="connsiteX10" fmla="*/ 4494042 w 9855101"/>
              <a:gd name="connsiteY10" fmla="*/ 81983 h 12126752"/>
              <a:gd name="connsiteX11" fmla="*/ 7570489 w 9855101"/>
              <a:gd name="connsiteY11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7570489 w 9855101"/>
              <a:gd name="connsiteY0" fmla="*/ 1003774 h 12126752"/>
              <a:gd name="connsiteX1" fmla="*/ 8284143 w 9855101"/>
              <a:gd name="connsiteY1" fmla="*/ 4475255 h 12126752"/>
              <a:gd name="connsiteX2" fmla="*/ 9328763 w 9855101"/>
              <a:gd name="connsiteY2" fmla="*/ 6829838 h 12126752"/>
              <a:gd name="connsiteX3" fmla="*/ 9809249 w 9855101"/>
              <a:gd name="connsiteY3" fmla="*/ 9689785 h 12126752"/>
              <a:gd name="connsiteX4" fmla="*/ 8188160 w 9855101"/>
              <a:gd name="connsiteY4" fmla="*/ 12097161 h 12126752"/>
              <a:gd name="connsiteX5" fmla="*/ 5048943 w 9855101"/>
              <a:gd name="connsiteY5" fmla="*/ 11120830 h 12126752"/>
              <a:gd name="connsiteX6" fmla="*/ 2105409 w 9855101"/>
              <a:gd name="connsiteY6" fmla="*/ 10306958 h 12126752"/>
              <a:gd name="connsiteX7" fmla="*/ 1732972 w 9855101"/>
              <a:gd name="connsiteY7" fmla="*/ 10121772 h 12126752"/>
              <a:gd name="connsiteX8" fmla="*/ 58756 w 9855101"/>
              <a:gd name="connsiteY8" fmla="*/ 8327921 h 12126752"/>
              <a:gd name="connsiteX9" fmla="*/ 592520 w 9855101"/>
              <a:gd name="connsiteY9" fmla="*/ 5251217 h 12126752"/>
              <a:gd name="connsiteX10" fmla="*/ 1635363 w 9855101"/>
              <a:gd name="connsiteY10" fmla="*/ 1999091 h 12126752"/>
              <a:gd name="connsiteX11" fmla="*/ 4494042 w 9855101"/>
              <a:gd name="connsiteY11" fmla="*/ 81983 h 12126752"/>
              <a:gd name="connsiteX12" fmla="*/ 7570489 w 9855101"/>
              <a:gd name="connsiteY12" fmla="*/ 1003774 h 12126752"/>
              <a:gd name="connsiteX0" fmla="*/ 1732972 w 9855101"/>
              <a:gd name="connsiteY0" fmla="*/ 10121772 h 12126752"/>
              <a:gd name="connsiteX1" fmla="*/ 58756 w 9855101"/>
              <a:gd name="connsiteY1" fmla="*/ 8327921 h 12126752"/>
              <a:gd name="connsiteX2" fmla="*/ 592520 w 9855101"/>
              <a:gd name="connsiteY2" fmla="*/ 5251217 h 12126752"/>
              <a:gd name="connsiteX3" fmla="*/ 1635363 w 9855101"/>
              <a:gd name="connsiteY3" fmla="*/ 1999091 h 12126752"/>
              <a:gd name="connsiteX4" fmla="*/ 4494042 w 9855101"/>
              <a:gd name="connsiteY4" fmla="*/ 81983 h 12126752"/>
              <a:gd name="connsiteX5" fmla="*/ 7570489 w 9855101"/>
              <a:gd name="connsiteY5" fmla="*/ 1003774 h 12126752"/>
              <a:gd name="connsiteX6" fmla="*/ 8284143 w 9855101"/>
              <a:gd name="connsiteY6" fmla="*/ 4475255 h 12126752"/>
              <a:gd name="connsiteX7" fmla="*/ 9328763 w 9855101"/>
              <a:gd name="connsiteY7" fmla="*/ 6829838 h 12126752"/>
              <a:gd name="connsiteX8" fmla="*/ 9809249 w 9855101"/>
              <a:gd name="connsiteY8" fmla="*/ 9689785 h 12126752"/>
              <a:gd name="connsiteX9" fmla="*/ 8188160 w 9855101"/>
              <a:gd name="connsiteY9" fmla="*/ 12097161 h 12126752"/>
              <a:gd name="connsiteX10" fmla="*/ 5048943 w 9855101"/>
              <a:gd name="connsiteY10" fmla="*/ 11120830 h 12126752"/>
              <a:gd name="connsiteX11" fmla="*/ 2105409 w 9855101"/>
              <a:gd name="connsiteY11" fmla="*/ 10306958 h 12126752"/>
              <a:gd name="connsiteX12" fmla="*/ 1824412 w 9855101"/>
              <a:gd name="connsiteY12" fmla="*/ 10213212 h 12126752"/>
              <a:gd name="connsiteX0" fmla="*/ 962938 w 9806427"/>
              <a:gd name="connsiteY0" fmla="*/ 10203052 h 12126752"/>
              <a:gd name="connsiteX1" fmla="*/ 10082 w 9806427"/>
              <a:gd name="connsiteY1" fmla="*/ 8327921 h 12126752"/>
              <a:gd name="connsiteX2" fmla="*/ 543846 w 9806427"/>
              <a:gd name="connsiteY2" fmla="*/ 5251217 h 12126752"/>
              <a:gd name="connsiteX3" fmla="*/ 1586689 w 9806427"/>
              <a:gd name="connsiteY3" fmla="*/ 1999091 h 12126752"/>
              <a:gd name="connsiteX4" fmla="*/ 4445368 w 9806427"/>
              <a:gd name="connsiteY4" fmla="*/ 81983 h 12126752"/>
              <a:gd name="connsiteX5" fmla="*/ 7521815 w 9806427"/>
              <a:gd name="connsiteY5" fmla="*/ 1003774 h 12126752"/>
              <a:gd name="connsiteX6" fmla="*/ 8235469 w 9806427"/>
              <a:gd name="connsiteY6" fmla="*/ 4475255 h 12126752"/>
              <a:gd name="connsiteX7" fmla="*/ 9280089 w 9806427"/>
              <a:gd name="connsiteY7" fmla="*/ 6829838 h 12126752"/>
              <a:gd name="connsiteX8" fmla="*/ 9760575 w 9806427"/>
              <a:gd name="connsiteY8" fmla="*/ 9689785 h 12126752"/>
              <a:gd name="connsiteX9" fmla="*/ 8139486 w 9806427"/>
              <a:gd name="connsiteY9" fmla="*/ 12097161 h 12126752"/>
              <a:gd name="connsiteX10" fmla="*/ 5000269 w 9806427"/>
              <a:gd name="connsiteY10" fmla="*/ 11120830 h 12126752"/>
              <a:gd name="connsiteX11" fmla="*/ 2056735 w 9806427"/>
              <a:gd name="connsiteY11" fmla="*/ 10306958 h 12126752"/>
              <a:gd name="connsiteX12" fmla="*/ 1775738 w 9806427"/>
              <a:gd name="connsiteY12" fmla="*/ 10213212 h 1212675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962938 w 9806427"/>
              <a:gd name="connsiteY0" fmla="*/ 10203052 h 12319912"/>
              <a:gd name="connsiteX1" fmla="*/ 10082 w 9806427"/>
              <a:gd name="connsiteY1" fmla="*/ 8327921 h 12319912"/>
              <a:gd name="connsiteX2" fmla="*/ 543846 w 9806427"/>
              <a:gd name="connsiteY2" fmla="*/ 5251217 h 12319912"/>
              <a:gd name="connsiteX3" fmla="*/ 1586689 w 9806427"/>
              <a:gd name="connsiteY3" fmla="*/ 1999091 h 12319912"/>
              <a:gd name="connsiteX4" fmla="*/ 4445368 w 9806427"/>
              <a:gd name="connsiteY4" fmla="*/ 81983 h 12319912"/>
              <a:gd name="connsiteX5" fmla="*/ 7521815 w 9806427"/>
              <a:gd name="connsiteY5" fmla="*/ 1003774 h 12319912"/>
              <a:gd name="connsiteX6" fmla="*/ 8235469 w 9806427"/>
              <a:gd name="connsiteY6" fmla="*/ 4475255 h 12319912"/>
              <a:gd name="connsiteX7" fmla="*/ 9280089 w 9806427"/>
              <a:gd name="connsiteY7" fmla="*/ 6829838 h 12319912"/>
              <a:gd name="connsiteX8" fmla="*/ 9760575 w 9806427"/>
              <a:gd name="connsiteY8" fmla="*/ 9689785 h 12319912"/>
              <a:gd name="connsiteX9" fmla="*/ 8139486 w 9806427"/>
              <a:gd name="connsiteY9" fmla="*/ 12097161 h 12319912"/>
              <a:gd name="connsiteX10" fmla="*/ 7566938 w 9806427"/>
              <a:gd name="connsiteY10" fmla="*/ 12102972 h 12319912"/>
              <a:gd name="connsiteX11" fmla="*/ 5000269 w 9806427"/>
              <a:gd name="connsiteY11" fmla="*/ 11120830 h 12319912"/>
              <a:gd name="connsiteX12" fmla="*/ 2056735 w 9806427"/>
              <a:gd name="connsiteY12" fmla="*/ 10306958 h 12319912"/>
              <a:gd name="connsiteX13" fmla="*/ 1775738 w 9806427"/>
              <a:gd name="connsiteY13" fmla="*/ 10213212 h 12319912"/>
              <a:gd name="connsiteX0" fmla="*/ 10082 w 9806427"/>
              <a:gd name="connsiteY0" fmla="*/ 8327921 h 12319912"/>
              <a:gd name="connsiteX1" fmla="*/ 543846 w 9806427"/>
              <a:gd name="connsiteY1" fmla="*/ 5251217 h 12319912"/>
              <a:gd name="connsiteX2" fmla="*/ 1586689 w 9806427"/>
              <a:gd name="connsiteY2" fmla="*/ 1999091 h 12319912"/>
              <a:gd name="connsiteX3" fmla="*/ 4445368 w 9806427"/>
              <a:gd name="connsiteY3" fmla="*/ 81983 h 12319912"/>
              <a:gd name="connsiteX4" fmla="*/ 7521815 w 9806427"/>
              <a:gd name="connsiteY4" fmla="*/ 1003774 h 12319912"/>
              <a:gd name="connsiteX5" fmla="*/ 8235469 w 9806427"/>
              <a:gd name="connsiteY5" fmla="*/ 4475255 h 12319912"/>
              <a:gd name="connsiteX6" fmla="*/ 9280089 w 9806427"/>
              <a:gd name="connsiteY6" fmla="*/ 6829838 h 12319912"/>
              <a:gd name="connsiteX7" fmla="*/ 9760575 w 9806427"/>
              <a:gd name="connsiteY7" fmla="*/ 9689785 h 12319912"/>
              <a:gd name="connsiteX8" fmla="*/ 8139486 w 9806427"/>
              <a:gd name="connsiteY8" fmla="*/ 12097161 h 12319912"/>
              <a:gd name="connsiteX9" fmla="*/ 7566938 w 9806427"/>
              <a:gd name="connsiteY9" fmla="*/ 12102972 h 12319912"/>
              <a:gd name="connsiteX10" fmla="*/ 5000269 w 9806427"/>
              <a:gd name="connsiteY10" fmla="*/ 11120830 h 12319912"/>
              <a:gd name="connsiteX11" fmla="*/ 2056735 w 9806427"/>
              <a:gd name="connsiteY11" fmla="*/ 10306958 h 12319912"/>
              <a:gd name="connsiteX12" fmla="*/ 1775738 w 9806427"/>
              <a:gd name="connsiteY12" fmla="*/ 10213212 h 12319912"/>
              <a:gd name="connsiteX0" fmla="*/ 0 w 9262581"/>
              <a:gd name="connsiteY0" fmla="*/ 5251217 h 12319912"/>
              <a:gd name="connsiteX1" fmla="*/ 1042843 w 9262581"/>
              <a:gd name="connsiteY1" fmla="*/ 1999091 h 12319912"/>
              <a:gd name="connsiteX2" fmla="*/ 3901522 w 9262581"/>
              <a:gd name="connsiteY2" fmla="*/ 81983 h 12319912"/>
              <a:gd name="connsiteX3" fmla="*/ 6977969 w 9262581"/>
              <a:gd name="connsiteY3" fmla="*/ 1003774 h 12319912"/>
              <a:gd name="connsiteX4" fmla="*/ 7691623 w 9262581"/>
              <a:gd name="connsiteY4" fmla="*/ 4475255 h 12319912"/>
              <a:gd name="connsiteX5" fmla="*/ 8736243 w 9262581"/>
              <a:gd name="connsiteY5" fmla="*/ 6829838 h 12319912"/>
              <a:gd name="connsiteX6" fmla="*/ 9216729 w 9262581"/>
              <a:gd name="connsiteY6" fmla="*/ 9689785 h 12319912"/>
              <a:gd name="connsiteX7" fmla="*/ 7595640 w 9262581"/>
              <a:gd name="connsiteY7" fmla="*/ 12097161 h 12319912"/>
              <a:gd name="connsiteX8" fmla="*/ 7023092 w 9262581"/>
              <a:gd name="connsiteY8" fmla="*/ 12102972 h 12319912"/>
              <a:gd name="connsiteX9" fmla="*/ 4456423 w 9262581"/>
              <a:gd name="connsiteY9" fmla="*/ 11120830 h 12319912"/>
              <a:gd name="connsiteX10" fmla="*/ 1512889 w 9262581"/>
              <a:gd name="connsiteY10" fmla="*/ 10306958 h 12319912"/>
              <a:gd name="connsiteX11" fmla="*/ 1231892 w 9262581"/>
              <a:gd name="connsiteY11" fmla="*/ 10213212 h 12319912"/>
              <a:gd name="connsiteX0" fmla="*/ 0 w 8219738"/>
              <a:gd name="connsiteY0" fmla="*/ 1999091 h 12319912"/>
              <a:gd name="connsiteX1" fmla="*/ 2858679 w 8219738"/>
              <a:gd name="connsiteY1" fmla="*/ 81983 h 12319912"/>
              <a:gd name="connsiteX2" fmla="*/ 5935126 w 8219738"/>
              <a:gd name="connsiteY2" fmla="*/ 1003774 h 12319912"/>
              <a:gd name="connsiteX3" fmla="*/ 6648780 w 8219738"/>
              <a:gd name="connsiteY3" fmla="*/ 4475255 h 12319912"/>
              <a:gd name="connsiteX4" fmla="*/ 7693400 w 8219738"/>
              <a:gd name="connsiteY4" fmla="*/ 6829838 h 12319912"/>
              <a:gd name="connsiteX5" fmla="*/ 8173886 w 8219738"/>
              <a:gd name="connsiteY5" fmla="*/ 9689785 h 12319912"/>
              <a:gd name="connsiteX6" fmla="*/ 6552797 w 8219738"/>
              <a:gd name="connsiteY6" fmla="*/ 12097161 h 12319912"/>
              <a:gd name="connsiteX7" fmla="*/ 5980249 w 8219738"/>
              <a:gd name="connsiteY7" fmla="*/ 12102972 h 12319912"/>
              <a:gd name="connsiteX8" fmla="*/ 3413580 w 8219738"/>
              <a:gd name="connsiteY8" fmla="*/ 11120830 h 12319912"/>
              <a:gd name="connsiteX9" fmla="*/ 470046 w 8219738"/>
              <a:gd name="connsiteY9" fmla="*/ 10306958 h 12319912"/>
              <a:gd name="connsiteX10" fmla="*/ 189049 w 8219738"/>
              <a:gd name="connsiteY10" fmla="*/ 10213212 h 12319912"/>
              <a:gd name="connsiteX0" fmla="*/ 2773950 w 8135009"/>
              <a:gd name="connsiteY0" fmla="*/ 81983 h 12319912"/>
              <a:gd name="connsiteX1" fmla="*/ 5850397 w 8135009"/>
              <a:gd name="connsiteY1" fmla="*/ 1003774 h 12319912"/>
              <a:gd name="connsiteX2" fmla="*/ 6564051 w 8135009"/>
              <a:gd name="connsiteY2" fmla="*/ 4475255 h 12319912"/>
              <a:gd name="connsiteX3" fmla="*/ 7608671 w 8135009"/>
              <a:gd name="connsiteY3" fmla="*/ 6829838 h 12319912"/>
              <a:gd name="connsiteX4" fmla="*/ 8089157 w 8135009"/>
              <a:gd name="connsiteY4" fmla="*/ 9689785 h 12319912"/>
              <a:gd name="connsiteX5" fmla="*/ 6468068 w 8135009"/>
              <a:gd name="connsiteY5" fmla="*/ 12097161 h 12319912"/>
              <a:gd name="connsiteX6" fmla="*/ 5895520 w 8135009"/>
              <a:gd name="connsiteY6" fmla="*/ 12102972 h 12319912"/>
              <a:gd name="connsiteX7" fmla="*/ 3328851 w 8135009"/>
              <a:gd name="connsiteY7" fmla="*/ 11120830 h 12319912"/>
              <a:gd name="connsiteX8" fmla="*/ 385317 w 8135009"/>
              <a:gd name="connsiteY8" fmla="*/ 10306958 h 12319912"/>
              <a:gd name="connsiteX9" fmla="*/ 104320 w 8135009"/>
              <a:gd name="connsiteY9" fmla="*/ 10213212 h 12319912"/>
              <a:gd name="connsiteX0" fmla="*/ 2773950 w 8135323"/>
              <a:gd name="connsiteY0" fmla="*/ 81983 h 12319912"/>
              <a:gd name="connsiteX1" fmla="*/ 5850397 w 8135323"/>
              <a:gd name="connsiteY1" fmla="*/ 1003774 h 12319912"/>
              <a:gd name="connsiteX2" fmla="*/ 7608671 w 8135323"/>
              <a:gd name="connsiteY2" fmla="*/ 6829838 h 12319912"/>
              <a:gd name="connsiteX3" fmla="*/ 8089157 w 8135323"/>
              <a:gd name="connsiteY3" fmla="*/ 9689785 h 12319912"/>
              <a:gd name="connsiteX4" fmla="*/ 6468068 w 8135323"/>
              <a:gd name="connsiteY4" fmla="*/ 12097161 h 12319912"/>
              <a:gd name="connsiteX5" fmla="*/ 5895520 w 8135323"/>
              <a:gd name="connsiteY5" fmla="*/ 12102972 h 12319912"/>
              <a:gd name="connsiteX6" fmla="*/ 3328851 w 8135323"/>
              <a:gd name="connsiteY6" fmla="*/ 11120830 h 12319912"/>
              <a:gd name="connsiteX7" fmla="*/ 385317 w 8135323"/>
              <a:gd name="connsiteY7" fmla="*/ 10306958 h 12319912"/>
              <a:gd name="connsiteX8" fmla="*/ 104320 w 8135323"/>
              <a:gd name="connsiteY8" fmla="*/ 10213212 h 12319912"/>
              <a:gd name="connsiteX0" fmla="*/ 2773950 w 8089157"/>
              <a:gd name="connsiteY0" fmla="*/ 81983 h 12319912"/>
              <a:gd name="connsiteX1" fmla="*/ 5850397 w 8089157"/>
              <a:gd name="connsiteY1" fmla="*/ 1003774 h 12319912"/>
              <a:gd name="connsiteX2" fmla="*/ 8089157 w 8089157"/>
              <a:gd name="connsiteY2" fmla="*/ 9689785 h 12319912"/>
              <a:gd name="connsiteX3" fmla="*/ 6468068 w 8089157"/>
              <a:gd name="connsiteY3" fmla="*/ 12097161 h 12319912"/>
              <a:gd name="connsiteX4" fmla="*/ 5895520 w 8089157"/>
              <a:gd name="connsiteY4" fmla="*/ 12102972 h 12319912"/>
              <a:gd name="connsiteX5" fmla="*/ 3328851 w 8089157"/>
              <a:gd name="connsiteY5" fmla="*/ 11120830 h 12319912"/>
              <a:gd name="connsiteX6" fmla="*/ 385317 w 8089157"/>
              <a:gd name="connsiteY6" fmla="*/ 10306958 h 12319912"/>
              <a:gd name="connsiteX7" fmla="*/ 104320 w 8089157"/>
              <a:gd name="connsiteY7" fmla="*/ 10213212 h 12319912"/>
              <a:gd name="connsiteX0" fmla="*/ 5850397 w 8089157"/>
              <a:gd name="connsiteY0" fmla="*/ 0 h 11316138"/>
              <a:gd name="connsiteX1" fmla="*/ 8089157 w 8089157"/>
              <a:gd name="connsiteY1" fmla="*/ 8686011 h 11316138"/>
              <a:gd name="connsiteX2" fmla="*/ 6468068 w 8089157"/>
              <a:gd name="connsiteY2" fmla="*/ 11093387 h 11316138"/>
              <a:gd name="connsiteX3" fmla="*/ 5895520 w 8089157"/>
              <a:gd name="connsiteY3" fmla="*/ 11099198 h 11316138"/>
              <a:gd name="connsiteX4" fmla="*/ 3328851 w 8089157"/>
              <a:gd name="connsiteY4" fmla="*/ 10117056 h 11316138"/>
              <a:gd name="connsiteX5" fmla="*/ 385317 w 8089157"/>
              <a:gd name="connsiteY5" fmla="*/ 9303184 h 11316138"/>
              <a:gd name="connsiteX6" fmla="*/ 104320 w 8089157"/>
              <a:gd name="connsiteY6" fmla="*/ 9209438 h 11316138"/>
              <a:gd name="connsiteX0" fmla="*/ 8089157 w 8089157"/>
              <a:gd name="connsiteY0" fmla="*/ 0 h 2630127"/>
              <a:gd name="connsiteX1" fmla="*/ 6468068 w 8089157"/>
              <a:gd name="connsiteY1" fmla="*/ 2407376 h 2630127"/>
              <a:gd name="connsiteX2" fmla="*/ 5895520 w 8089157"/>
              <a:gd name="connsiteY2" fmla="*/ 2413187 h 2630127"/>
              <a:gd name="connsiteX3" fmla="*/ 3328851 w 8089157"/>
              <a:gd name="connsiteY3" fmla="*/ 1431045 h 2630127"/>
              <a:gd name="connsiteX4" fmla="*/ 385317 w 8089157"/>
              <a:gd name="connsiteY4" fmla="*/ 617173 h 2630127"/>
              <a:gd name="connsiteX5" fmla="*/ 104320 w 8089157"/>
              <a:gd name="connsiteY5" fmla="*/ 523427 h 2630127"/>
              <a:gd name="connsiteX0" fmla="*/ 6468068 w 6468068"/>
              <a:gd name="connsiteY0" fmla="*/ 1945261 h 2168012"/>
              <a:gd name="connsiteX1" fmla="*/ 5895520 w 6468068"/>
              <a:gd name="connsiteY1" fmla="*/ 1951072 h 2168012"/>
              <a:gd name="connsiteX2" fmla="*/ 3328851 w 6468068"/>
              <a:gd name="connsiteY2" fmla="*/ 968930 h 2168012"/>
              <a:gd name="connsiteX3" fmla="*/ 385317 w 6468068"/>
              <a:gd name="connsiteY3" fmla="*/ 155058 h 2168012"/>
              <a:gd name="connsiteX4" fmla="*/ 104320 w 6468068"/>
              <a:gd name="connsiteY4" fmla="*/ 61312 h 2168012"/>
              <a:gd name="connsiteX0" fmla="*/ 5895520 w 5895520"/>
              <a:gd name="connsiteY0" fmla="*/ 1951072 h 1951072"/>
              <a:gd name="connsiteX1" fmla="*/ 3328851 w 5895520"/>
              <a:gd name="connsiteY1" fmla="*/ 968930 h 1951072"/>
              <a:gd name="connsiteX2" fmla="*/ 385317 w 5895520"/>
              <a:gd name="connsiteY2" fmla="*/ 155058 h 1951072"/>
              <a:gd name="connsiteX3" fmla="*/ 104320 w 5895520"/>
              <a:gd name="connsiteY3" fmla="*/ 61312 h 195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5520" h="1951072">
                <a:moveTo>
                  <a:pt x="5895520" y="1951072"/>
                </a:moveTo>
                <a:cubicBezTo>
                  <a:pt x="5138637" y="1828990"/>
                  <a:pt x="4247218" y="1268266"/>
                  <a:pt x="3328851" y="968930"/>
                </a:cubicBezTo>
                <a:cubicBezTo>
                  <a:pt x="2260922" y="568539"/>
                  <a:pt x="1310983" y="530558"/>
                  <a:pt x="385317" y="155058"/>
                </a:cubicBezTo>
                <a:cubicBezTo>
                  <a:pt x="-167345" y="-11452"/>
                  <a:pt x="8549" y="-45729"/>
                  <a:pt x="104320" y="61312"/>
                </a:cubicBezTo>
              </a:path>
            </a:pathLst>
          </a:custGeom>
          <a:noFill/>
          <a:ln w="1911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E1DB3D8-9AE0-A93F-1CB2-11A243F896F9}"/>
              </a:ext>
            </a:extLst>
          </p:cNvPr>
          <p:cNvSpPr/>
          <p:nvPr userDrawn="1"/>
        </p:nvSpPr>
        <p:spPr>
          <a:xfrm>
            <a:off x="8539686" y="0"/>
            <a:ext cx="3652315" cy="1538876"/>
          </a:xfrm>
          <a:custGeom>
            <a:avLst/>
            <a:gdLst>
              <a:gd name="connsiteX0" fmla="*/ 0 w 3652315"/>
              <a:gd name="connsiteY0" fmla="*/ 0 h 1538876"/>
              <a:gd name="connsiteX1" fmla="*/ 3652315 w 3652315"/>
              <a:gd name="connsiteY1" fmla="*/ 0 h 1538876"/>
              <a:gd name="connsiteX2" fmla="*/ 3652315 w 3652315"/>
              <a:gd name="connsiteY2" fmla="*/ 1537398 h 1538876"/>
              <a:gd name="connsiteX3" fmla="*/ 3596909 w 3652315"/>
              <a:gd name="connsiteY3" fmla="*/ 1538876 h 1538876"/>
              <a:gd name="connsiteX4" fmla="*/ 2266115 w 3652315"/>
              <a:gd name="connsiteY4" fmla="*/ 1064401 h 1538876"/>
              <a:gd name="connsiteX5" fmla="*/ 864418 w 3652315"/>
              <a:gd name="connsiteY5" fmla="*/ 681134 h 1538876"/>
              <a:gd name="connsiteX6" fmla="*/ 23705 w 3652315"/>
              <a:gd name="connsiteY6" fmla="*/ 42529 h 153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52315" h="1538876">
                <a:moveTo>
                  <a:pt x="0" y="0"/>
                </a:moveTo>
                <a:lnTo>
                  <a:pt x="3652315" y="0"/>
                </a:lnTo>
                <a:lnTo>
                  <a:pt x="3652315" y="1537398"/>
                </a:lnTo>
                <a:lnTo>
                  <a:pt x="3596909" y="1538876"/>
                </a:lnTo>
                <a:cubicBezTo>
                  <a:pt x="3199795" y="1528044"/>
                  <a:pt x="2711216" y="1229830"/>
                  <a:pt x="2266115" y="1064401"/>
                </a:cubicBezTo>
                <a:cubicBezTo>
                  <a:pt x="1757427" y="875333"/>
                  <a:pt x="1305335" y="858549"/>
                  <a:pt x="864418" y="681134"/>
                </a:cubicBezTo>
                <a:cubicBezTo>
                  <a:pt x="534562" y="547937"/>
                  <a:pt x="210299" y="324487"/>
                  <a:pt x="23705" y="42529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BD63F1-7387-8016-1A7E-B60E66B407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00" y="1811656"/>
            <a:ext cx="11085538" cy="798091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Title of contents</a:t>
            </a:r>
            <a:endParaRPr lang="en-PL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06DC2B1A-1B13-5F1D-A951-E71FF2869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823101"/>
            <a:ext cx="11085538" cy="2689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0367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-contac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46270-C3AA-4994-9449-4F2D9BB8B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9570-D3FC-6D43-AC32-D988B1849109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4A8B277-D638-318B-92A8-028D67937AC2}"/>
              </a:ext>
            </a:extLst>
          </p:cNvPr>
          <p:cNvSpPr/>
          <p:nvPr userDrawn="1"/>
        </p:nvSpPr>
        <p:spPr>
          <a:xfrm>
            <a:off x="4737315" y="0"/>
            <a:ext cx="2195750" cy="6858000"/>
          </a:xfrm>
          <a:custGeom>
            <a:avLst/>
            <a:gdLst>
              <a:gd name="connsiteX0" fmla="*/ 1969084 w 2195750"/>
              <a:gd name="connsiteY0" fmla="*/ 0 h 6858000"/>
              <a:gd name="connsiteX1" fmla="*/ 2195750 w 2195750"/>
              <a:gd name="connsiteY1" fmla="*/ 0 h 6858000"/>
              <a:gd name="connsiteX2" fmla="*/ 2161525 w 2195750"/>
              <a:gd name="connsiteY2" fmla="*/ 65203 h 6858000"/>
              <a:gd name="connsiteX3" fmla="*/ 1923048 w 2195750"/>
              <a:gd name="connsiteY3" fmla="*/ 564173 h 6858000"/>
              <a:gd name="connsiteX4" fmla="*/ 1313940 w 2195750"/>
              <a:gd name="connsiteY4" fmla="*/ 3942588 h 6858000"/>
              <a:gd name="connsiteX5" fmla="*/ 201511 w 2195750"/>
              <a:gd name="connsiteY5" fmla="*/ 6832245 h 6858000"/>
              <a:gd name="connsiteX6" fmla="*/ 182865 w 2195750"/>
              <a:gd name="connsiteY6" fmla="*/ 6858000 h 6858000"/>
              <a:gd name="connsiteX7" fmla="*/ 0 w 2195750"/>
              <a:gd name="connsiteY7" fmla="*/ 6858000 h 6858000"/>
              <a:gd name="connsiteX8" fmla="*/ 18654 w 2195750"/>
              <a:gd name="connsiteY8" fmla="*/ 6824101 h 6858000"/>
              <a:gd name="connsiteX9" fmla="*/ 705793 w 2195750"/>
              <a:gd name="connsiteY9" fmla="*/ 4649039 h 6858000"/>
              <a:gd name="connsiteX10" fmla="*/ 1314901 w 2195750"/>
              <a:gd name="connsiteY10" fmla="*/ 1270626 h 6858000"/>
              <a:gd name="connsiteX11" fmla="*/ 1833431 w 2195750"/>
              <a:gd name="connsiteY11" fmla="*/ 246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5750" h="6858000">
                <a:moveTo>
                  <a:pt x="1969084" y="0"/>
                </a:moveTo>
                <a:lnTo>
                  <a:pt x="2195750" y="0"/>
                </a:lnTo>
                <a:lnTo>
                  <a:pt x="2161525" y="65203"/>
                </a:lnTo>
                <a:cubicBezTo>
                  <a:pt x="2073851" y="236177"/>
                  <a:pt x="1993106" y="402849"/>
                  <a:pt x="1923048" y="564173"/>
                </a:cubicBezTo>
                <a:cubicBezTo>
                  <a:pt x="1362597" y="1854765"/>
                  <a:pt x="1483348" y="2808922"/>
                  <a:pt x="1313940" y="3942588"/>
                </a:cubicBezTo>
                <a:cubicBezTo>
                  <a:pt x="1173913" y="4862569"/>
                  <a:pt x="844277" y="5901971"/>
                  <a:pt x="201511" y="6832245"/>
                </a:cubicBezTo>
                <a:lnTo>
                  <a:pt x="182865" y="6858000"/>
                </a:lnTo>
                <a:lnTo>
                  <a:pt x="0" y="6858000"/>
                </a:lnTo>
                <a:lnTo>
                  <a:pt x="18654" y="6824101"/>
                </a:lnTo>
                <a:cubicBezTo>
                  <a:pt x="389098" y="6096186"/>
                  <a:pt x="600773" y="5339025"/>
                  <a:pt x="705793" y="4649039"/>
                </a:cubicBezTo>
                <a:cubicBezTo>
                  <a:pt x="875192" y="3515373"/>
                  <a:pt x="754440" y="2561216"/>
                  <a:pt x="1314901" y="1270626"/>
                </a:cubicBezTo>
                <a:cubicBezTo>
                  <a:pt x="1455017" y="947978"/>
                  <a:pt x="1637882" y="603935"/>
                  <a:pt x="1833431" y="24687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37278615-7553-2C74-7514-E58F0F9C319C}"/>
              </a:ext>
            </a:extLst>
          </p:cNvPr>
          <p:cNvSpPr/>
          <p:nvPr userDrawn="1"/>
        </p:nvSpPr>
        <p:spPr>
          <a:xfrm>
            <a:off x="4908605" y="0"/>
            <a:ext cx="2503877" cy="6858000"/>
          </a:xfrm>
          <a:custGeom>
            <a:avLst/>
            <a:gdLst>
              <a:gd name="connsiteX0" fmla="*/ 2012930 w 2503877"/>
              <a:gd name="connsiteY0" fmla="*/ 0 h 6858000"/>
              <a:gd name="connsiteX1" fmla="*/ 2503877 w 2503877"/>
              <a:gd name="connsiteY1" fmla="*/ 0 h 6858000"/>
              <a:gd name="connsiteX2" fmla="*/ 2315406 w 2503877"/>
              <a:gd name="connsiteY2" fmla="*/ 352946 h 6858000"/>
              <a:gd name="connsiteX3" fmla="*/ 1809165 w 2503877"/>
              <a:gd name="connsiteY3" fmla="*/ 1382831 h 6858000"/>
              <a:gd name="connsiteX4" fmla="*/ 1240526 w 2503877"/>
              <a:gd name="connsiteY4" fmla="*/ 4768301 h 6858000"/>
              <a:gd name="connsiteX5" fmla="*/ 660130 w 2503877"/>
              <a:gd name="connsiteY5" fmla="*/ 6782002 h 6858000"/>
              <a:gd name="connsiteX6" fmla="*/ 623493 w 2503877"/>
              <a:gd name="connsiteY6" fmla="*/ 6858000 h 6858000"/>
              <a:gd name="connsiteX7" fmla="*/ 0 w 2503877"/>
              <a:gd name="connsiteY7" fmla="*/ 6858000 h 6858000"/>
              <a:gd name="connsiteX8" fmla="*/ 18646 w 2503877"/>
              <a:gd name="connsiteY8" fmla="*/ 6832245 h 6858000"/>
              <a:gd name="connsiteX9" fmla="*/ 1131075 w 2503877"/>
              <a:gd name="connsiteY9" fmla="*/ 3942588 h 6858000"/>
              <a:gd name="connsiteX10" fmla="*/ 1740183 w 2503877"/>
              <a:gd name="connsiteY10" fmla="*/ 564173 h 6858000"/>
              <a:gd name="connsiteX11" fmla="*/ 1946115 w 2503877"/>
              <a:gd name="connsiteY11" fmla="*/ 12911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3877" h="6858000">
                <a:moveTo>
                  <a:pt x="2012930" y="0"/>
                </a:moveTo>
                <a:lnTo>
                  <a:pt x="2503877" y="0"/>
                </a:lnTo>
                <a:lnTo>
                  <a:pt x="2315406" y="352946"/>
                </a:lnTo>
                <a:cubicBezTo>
                  <a:pt x="2124143" y="712320"/>
                  <a:pt x="1945409" y="1058528"/>
                  <a:pt x="1809165" y="1382831"/>
                </a:cubicBezTo>
                <a:cubicBezTo>
                  <a:pt x="1264183" y="2680040"/>
                  <a:pt x="1396349" y="3632683"/>
                  <a:pt x="1240526" y="4768301"/>
                </a:cubicBezTo>
                <a:cubicBezTo>
                  <a:pt x="1151210" y="5406326"/>
                  <a:pt x="971709" y="6102673"/>
                  <a:pt x="660130" y="6782002"/>
                </a:cubicBezTo>
                <a:lnTo>
                  <a:pt x="623493" y="6858000"/>
                </a:lnTo>
                <a:lnTo>
                  <a:pt x="0" y="6858000"/>
                </a:lnTo>
                <a:lnTo>
                  <a:pt x="18646" y="6832245"/>
                </a:lnTo>
                <a:cubicBezTo>
                  <a:pt x="661412" y="5901971"/>
                  <a:pt x="991048" y="4862569"/>
                  <a:pt x="1131075" y="3942588"/>
                </a:cubicBezTo>
                <a:cubicBezTo>
                  <a:pt x="1300483" y="2808922"/>
                  <a:pt x="1179732" y="1854765"/>
                  <a:pt x="1740183" y="564173"/>
                </a:cubicBezTo>
                <a:cubicBezTo>
                  <a:pt x="1801484" y="423015"/>
                  <a:pt x="1870967" y="277761"/>
                  <a:pt x="1946115" y="12911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F3E8D10-1FC1-0D74-F938-96FDB84FC28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20523" y="0"/>
            <a:ext cx="6671477" cy="6858000"/>
          </a:xfrm>
          <a:custGeom>
            <a:avLst/>
            <a:gdLst>
              <a:gd name="connsiteX0" fmla="*/ 1880384 w 6671477"/>
              <a:gd name="connsiteY0" fmla="*/ 0 h 6858000"/>
              <a:gd name="connsiteX1" fmla="*/ 6671477 w 6671477"/>
              <a:gd name="connsiteY1" fmla="*/ 0 h 6858000"/>
              <a:gd name="connsiteX2" fmla="*/ 6671477 w 6671477"/>
              <a:gd name="connsiteY2" fmla="*/ 6858000 h 6858000"/>
              <a:gd name="connsiteX3" fmla="*/ 0 w 6671477"/>
              <a:gd name="connsiteY3" fmla="*/ 6858000 h 6858000"/>
              <a:gd name="connsiteX4" fmla="*/ 36637 w 6671477"/>
              <a:gd name="connsiteY4" fmla="*/ 6782002 h 6858000"/>
              <a:gd name="connsiteX5" fmla="*/ 617033 w 6671477"/>
              <a:gd name="connsiteY5" fmla="*/ 4768301 h 6858000"/>
              <a:gd name="connsiteX6" fmla="*/ 1185672 w 6671477"/>
              <a:gd name="connsiteY6" fmla="*/ 1382831 h 6858000"/>
              <a:gd name="connsiteX7" fmla="*/ 1691913 w 6671477"/>
              <a:gd name="connsiteY7" fmla="*/ 3529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1477" h="6858000">
                <a:moveTo>
                  <a:pt x="1880384" y="0"/>
                </a:moveTo>
                <a:lnTo>
                  <a:pt x="6671477" y="0"/>
                </a:lnTo>
                <a:lnTo>
                  <a:pt x="6671477" y="6858000"/>
                </a:lnTo>
                <a:lnTo>
                  <a:pt x="0" y="6858000"/>
                </a:lnTo>
                <a:lnTo>
                  <a:pt x="36637" y="6782002"/>
                </a:lnTo>
                <a:cubicBezTo>
                  <a:pt x="348216" y="6102673"/>
                  <a:pt x="527717" y="5406326"/>
                  <a:pt x="617033" y="4768301"/>
                </a:cubicBezTo>
                <a:cubicBezTo>
                  <a:pt x="772856" y="3632683"/>
                  <a:pt x="640690" y="2680040"/>
                  <a:pt x="1185672" y="1382831"/>
                </a:cubicBezTo>
                <a:cubicBezTo>
                  <a:pt x="1321916" y="1058528"/>
                  <a:pt x="1500650" y="712320"/>
                  <a:pt x="1691913" y="35294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2E535BBA-2598-39AE-4E7D-44C2A1A397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4546709" cy="63742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Title of contents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AB880D4A-6A89-A7D6-31B7-F532E7C6AE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9437" y="2714758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b="1">
                <a:solidFill>
                  <a:schemeClr val="tx2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0A006DDE-B64B-8B19-DFF3-E607D57AB8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9437" y="3059440"/>
            <a:ext cx="3028137" cy="617795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16">
            <a:extLst>
              <a:ext uri="{FF2B5EF4-FFF2-40B4-BE49-F238E27FC236}">
                <a16:creationId xmlns:a16="http://schemas.microsoft.com/office/drawing/2014/main" id="{73C3C1F6-F992-417D-143B-7E77D670A9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2488602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D76AAECC-C78F-4EAB-C71D-EAF920E500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1340835"/>
            <a:ext cx="4546709" cy="10302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C4F833B2-80F2-8B5E-74E6-4DE0B2BE168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69436" y="4229976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b="1">
                <a:solidFill>
                  <a:schemeClr val="tx2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385C593F-0148-B961-F8EA-3B4EAE6883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69436" y="4574658"/>
            <a:ext cx="3028137" cy="617795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Picture Placeholder 16">
            <a:extLst>
              <a:ext uri="{FF2B5EF4-FFF2-40B4-BE49-F238E27FC236}">
                <a16:creationId xmlns:a16="http://schemas.microsoft.com/office/drawing/2014/main" id="{2AAE7C54-897F-3CD6-EBFA-79FA853D284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0862" y="4003820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25360794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-contact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AEEF-C972-07E1-F031-12D8A0025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549476"/>
            <a:ext cx="4546709" cy="6374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contents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46270-C3AA-4994-9449-4F2D9BB8B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9570-D3FC-6D43-AC32-D988B1849109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2FF3968-7AE7-99D2-FA96-EEF9B47DDC9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69437" y="2714758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b="1">
                <a:solidFill>
                  <a:schemeClr val="bg1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5DC0C73-3BEF-3DE0-F265-C0E2374CFA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69437" y="3059440"/>
            <a:ext cx="3028137" cy="617795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300CF974-0906-8F0C-2D3F-ADA25BB8DC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0863" y="2488602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654C358-1D39-8F4B-5097-87722769D5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54038" y="1340835"/>
            <a:ext cx="4546709" cy="103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4A8B277-D638-318B-92A8-028D67937AC2}"/>
              </a:ext>
            </a:extLst>
          </p:cNvPr>
          <p:cNvSpPr/>
          <p:nvPr userDrawn="1"/>
        </p:nvSpPr>
        <p:spPr>
          <a:xfrm>
            <a:off x="4737315" y="0"/>
            <a:ext cx="2195750" cy="6858000"/>
          </a:xfrm>
          <a:custGeom>
            <a:avLst/>
            <a:gdLst>
              <a:gd name="connsiteX0" fmla="*/ 1969084 w 2195750"/>
              <a:gd name="connsiteY0" fmla="*/ 0 h 6858000"/>
              <a:gd name="connsiteX1" fmla="*/ 2195750 w 2195750"/>
              <a:gd name="connsiteY1" fmla="*/ 0 h 6858000"/>
              <a:gd name="connsiteX2" fmla="*/ 2161525 w 2195750"/>
              <a:gd name="connsiteY2" fmla="*/ 65203 h 6858000"/>
              <a:gd name="connsiteX3" fmla="*/ 1923048 w 2195750"/>
              <a:gd name="connsiteY3" fmla="*/ 564173 h 6858000"/>
              <a:gd name="connsiteX4" fmla="*/ 1313940 w 2195750"/>
              <a:gd name="connsiteY4" fmla="*/ 3942588 h 6858000"/>
              <a:gd name="connsiteX5" fmla="*/ 201511 w 2195750"/>
              <a:gd name="connsiteY5" fmla="*/ 6832245 h 6858000"/>
              <a:gd name="connsiteX6" fmla="*/ 182865 w 2195750"/>
              <a:gd name="connsiteY6" fmla="*/ 6858000 h 6858000"/>
              <a:gd name="connsiteX7" fmla="*/ 0 w 2195750"/>
              <a:gd name="connsiteY7" fmla="*/ 6858000 h 6858000"/>
              <a:gd name="connsiteX8" fmla="*/ 18654 w 2195750"/>
              <a:gd name="connsiteY8" fmla="*/ 6824101 h 6858000"/>
              <a:gd name="connsiteX9" fmla="*/ 705793 w 2195750"/>
              <a:gd name="connsiteY9" fmla="*/ 4649039 h 6858000"/>
              <a:gd name="connsiteX10" fmla="*/ 1314901 w 2195750"/>
              <a:gd name="connsiteY10" fmla="*/ 1270626 h 6858000"/>
              <a:gd name="connsiteX11" fmla="*/ 1833431 w 2195750"/>
              <a:gd name="connsiteY11" fmla="*/ 24687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95750" h="6858000">
                <a:moveTo>
                  <a:pt x="1969084" y="0"/>
                </a:moveTo>
                <a:lnTo>
                  <a:pt x="2195750" y="0"/>
                </a:lnTo>
                <a:lnTo>
                  <a:pt x="2161525" y="65203"/>
                </a:lnTo>
                <a:cubicBezTo>
                  <a:pt x="2073851" y="236177"/>
                  <a:pt x="1993106" y="402849"/>
                  <a:pt x="1923048" y="564173"/>
                </a:cubicBezTo>
                <a:cubicBezTo>
                  <a:pt x="1362597" y="1854765"/>
                  <a:pt x="1483348" y="2808922"/>
                  <a:pt x="1313940" y="3942588"/>
                </a:cubicBezTo>
                <a:cubicBezTo>
                  <a:pt x="1173913" y="4862569"/>
                  <a:pt x="844277" y="5901971"/>
                  <a:pt x="201511" y="6832245"/>
                </a:cubicBezTo>
                <a:lnTo>
                  <a:pt x="182865" y="6858000"/>
                </a:lnTo>
                <a:lnTo>
                  <a:pt x="0" y="6858000"/>
                </a:lnTo>
                <a:lnTo>
                  <a:pt x="18654" y="6824101"/>
                </a:lnTo>
                <a:cubicBezTo>
                  <a:pt x="389098" y="6096186"/>
                  <a:pt x="600773" y="5339025"/>
                  <a:pt x="705793" y="4649039"/>
                </a:cubicBezTo>
                <a:cubicBezTo>
                  <a:pt x="875192" y="3515373"/>
                  <a:pt x="754440" y="2561216"/>
                  <a:pt x="1314901" y="1270626"/>
                </a:cubicBezTo>
                <a:cubicBezTo>
                  <a:pt x="1455017" y="947978"/>
                  <a:pt x="1637882" y="603935"/>
                  <a:pt x="1833431" y="246878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084FE5AE-1FB1-89DD-A40C-59B25366566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2069436" y="4229976"/>
            <a:ext cx="3028136" cy="34180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12700" indent="0" algn="l">
              <a:buNone/>
              <a:tabLst/>
              <a:defRPr b="1">
                <a:solidFill>
                  <a:schemeClr val="bg1"/>
                </a:solidFill>
              </a:defRPr>
            </a:lvl1pPr>
            <a:lvl2pPr marL="184150" indent="-171450" algn="l">
              <a:buFont typeface="Arial" panose="020B0604020202020204" pitchFamily="34" charset="0"/>
              <a:buChar char="•"/>
              <a:tabLst/>
              <a:defRPr>
                <a:solidFill>
                  <a:schemeClr val="accent3"/>
                </a:solidFill>
              </a:defRPr>
            </a:lvl2pPr>
            <a:lvl3pPr marL="12700" indent="0">
              <a:buNone/>
              <a:tabLst/>
              <a:defRPr/>
            </a:lvl3pPr>
          </a:lstStyle>
          <a:p>
            <a:pPr lvl="0"/>
            <a:r>
              <a:rPr lang="en-GB" dirty="0"/>
              <a:t>Name and Surname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91C4C70-0E17-5D48-03A1-9D3740F8BBB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69436" y="4574658"/>
            <a:ext cx="3028137" cy="617795"/>
          </a:xfrm>
        </p:spPr>
        <p:txBody>
          <a:bodyPr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  <a:lvl2pPr marL="179388" indent="-171450" algn="ctr">
              <a:buFont typeface="Arial" panose="020B0604020202020204" pitchFamily="34" charset="0"/>
              <a:buChar char="•"/>
              <a:tabLst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16">
            <a:extLst>
              <a:ext uri="{FF2B5EF4-FFF2-40B4-BE49-F238E27FC236}">
                <a16:creationId xmlns:a16="http://schemas.microsoft.com/office/drawing/2014/main" id="{CD1C416C-0F6B-DFA1-4B7B-70B455EFD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50862" y="4003820"/>
            <a:ext cx="1241348" cy="1309086"/>
          </a:xfrm>
          <a:custGeom>
            <a:avLst/>
            <a:gdLst>
              <a:gd name="connsiteX0" fmla="*/ 577388 w 1407298"/>
              <a:gd name="connsiteY0" fmla="*/ 294 h 1484092"/>
              <a:gd name="connsiteX1" fmla="*/ 1228905 w 1407298"/>
              <a:gd name="connsiteY1" fmla="*/ 346913 h 1484092"/>
              <a:gd name="connsiteX2" fmla="*/ 1228836 w 1407298"/>
              <a:gd name="connsiteY2" fmla="*/ 346983 h 1484092"/>
              <a:gd name="connsiteX3" fmla="*/ 1372072 w 1407298"/>
              <a:gd name="connsiteY3" fmla="*/ 1018872 h 1484092"/>
              <a:gd name="connsiteX4" fmla="*/ 845991 w 1407298"/>
              <a:gd name="connsiteY4" fmla="*/ 1395599 h 1484092"/>
              <a:gd name="connsiteX5" fmla="*/ 317059 w 1407298"/>
              <a:gd name="connsiteY5" fmla="*/ 1447400 h 1484092"/>
              <a:gd name="connsiteX6" fmla="*/ 98867 w 1407298"/>
              <a:gd name="connsiteY6" fmla="*/ 973329 h 1484092"/>
              <a:gd name="connsiteX7" fmla="*/ 29544 w 1407298"/>
              <a:gd name="connsiteY7" fmla="*/ 358108 h 1484092"/>
              <a:gd name="connsiteX8" fmla="*/ 577388 w 1407298"/>
              <a:gd name="connsiteY8" fmla="*/ 294 h 148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07298" h="1484092">
                <a:moveTo>
                  <a:pt x="577388" y="294"/>
                </a:moveTo>
                <a:cubicBezTo>
                  <a:pt x="819082" y="-7424"/>
                  <a:pt x="1069885" y="137898"/>
                  <a:pt x="1228905" y="346913"/>
                </a:cubicBezTo>
                <a:lnTo>
                  <a:pt x="1228836" y="346983"/>
                </a:lnTo>
                <a:cubicBezTo>
                  <a:pt x="1387508" y="555996"/>
                  <a:pt x="1454051" y="828424"/>
                  <a:pt x="1372072" y="1018872"/>
                </a:cubicBezTo>
                <a:cubicBezTo>
                  <a:pt x="1290094" y="1209321"/>
                  <a:pt x="1059664" y="1317931"/>
                  <a:pt x="845991" y="1395599"/>
                </a:cubicBezTo>
                <a:cubicBezTo>
                  <a:pt x="632319" y="1473683"/>
                  <a:pt x="435125" y="1520965"/>
                  <a:pt x="317059" y="1447400"/>
                </a:cubicBezTo>
                <a:cubicBezTo>
                  <a:pt x="198993" y="1374183"/>
                  <a:pt x="159777" y="1179910"/>
                  <a:pt x="98867" y="973329"/>
                </a:cubicBezTo>
                <a:cubicBezTo>
                  <a:pt x="37957" y="766748"/>
                  <a:pt x="-45065" y="547931"/>
                  <a:pt x="29544" y="358108"/>
                </a:cubicBezTo>
                <a:cubicBezTo>
                  <a:pt x="104152" y="168702"/>
                  <a:pt x="336042" y="7944"/>
                  <a:pt x="577388" y="2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PL" dirty="0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37278615-7553-2C74-7514-E58F0F9C319C}"/>
              </a:ext>
            </a:extLst>
          </p:cNvPr>
          <p:cNvSpPr/>
          <p:nvPr userDrawn="1"/>
        </p:nvSpPr>
        <p:spPr>
          <a:xfrm>
            <a:off x="4908605" y="0"/>
            <a:ext cx="2503877" cy="6858000"/>
          </a:xfrm>
          <a:custGeom>
            <a:avLst/>
            <a:gdLst>
              <a:gd name="connsiteX0" fmla="*/ 2012930 w 2503877"/>
              <a:gd name="connsiteY0" fmla="*/ 0 h 6858000"/>
              <a:gd name="connsiteX1" fmla="*/ 2503877 w 2503877"/>
              <a:gd name="connsiteY1" fmla="*/ 0 h 6858000"/>
              <a:gd name="connsiteX2" fmla="*/ 2315406 w 2503877"/>
              <a:gd name="connsiteY2" fmla="*/ 352946 h 6858000"/>
              <a:gd name="connsiteX3" fmla="*/ 1809165 w 2503877"/>
              <a:gd name="connsiteY3" fmla="*/ 1382831 h 6858000"/>
              <a:gd name="connsiteX4" fmla="*/ 1240526 w 2503877"/>
              <a:gd name="connsiteY4" fmla="*/ 4768301 h 6858000"/>
              <a:gd name="connsiteX5" fmla="*/ 660130 w 2503877"/>
              <a:gd name="connsiteY5" fmla="*/ 6782002 h 6858000"/>
              <a:gd name="connsiteX6" fmla="*/ 623493 w 2503877"/>
              <a:gd name="connsiteY6" fmla="*/ 6858000 h 6858000"/>
              <a:gd name="connsiteX7" fmla="*/ 0 w 2503877"/>
              <a:gd name="connsiteY7" fmla="*/ 6858000 h 6858000"/>
              <a:gd name="connsiteX8" fmla="*/ 18646 w 2503877"/>
              <a:gd name="connsiteY8" fmla="*/ 6832245 h 6858000"/>
              <a:gd name="connsiteX9" fmla="*/ 1131075 w 2503877"/>
              <a:gd name="connsiteY9" fmla="*/ 3942588 h 6858000"/>
              <a:gd name="connsiteX10" fmla="*/ 1740183 w 2503877"/>
              <a:gd name="connsiteY10" fmla="*/ 564173 h 6858000"/>
              <a:gd name="connsiteX11" fmla="*/ 1946115 w 2503877"/>
              <a:gd name="connsiteY11" fmla="*/ 12911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03877" h="6858000">
                <a:moveTo>
                  <a:pt x="2012930" y="0"/>
                </a:moveTo>
                <a:lnTo>
                  <a:pt x="2503877" y="0"/>
                </a:lnTo>
                <a:lnTo>
                  <a:pt x="2315406" y="352946"/>
                </a:lnTo>
                <a:cubicBezTo>
                  <a:pt x="2124143" y="712320"/>
                  <a:pt x="1945409" y="1058528"/>
                  <a:pt x="1809165" y="1382831"/>
                </a:cubicBezTo>
                <a:cubicBezTo>
                  <a:pt x="1264183" y="2680040"/>
                  <a:pt x="1396349" y="3632683"/>
                  <a:pt x="1240526" y="4768301"/>
                </a:cubicBezTo>
                <a:cubicBezTo>
                  <a:pt x="1151210" y="5406326"/>
                  <a:pt x="971709" y="6102673"/>
                  <a:pt x="660130" y="6782002"/>
                </a:cubicBezTo>
                <a:lnTo>
                  <a:pt x="623493" y="6858000"/>
                </a:lnTo>
                <a:lnTo>
                  <a:pt x="0" y="6858000"/>
                </a:lnTo>
                <a:lnTo>
                  <a:pt x="18646" y="6832245"/>
                </a:lnTo>
                <a:cubicBezTo>
                  <a:pt x="661412" y="5901971"/>
                  <a:pt x="991048" y="4862569"/>
                  <a:pt x="1131075" y="3942588"/>
                </a:cubicBezTo>
                <a:cubicBezTo>
                  <a:pt x="1300483" y="2808922"/>
                  <a:pt x="1179732" y="1854765"/>
                  <a:pt x="1740183" y="564173"/>
                </a:cubicBezTo>
                <a:cubicBezTo>
                  <a:pt x="1801484" y="423015"/>
                  <a:pt x="1870967" y="277761"/>
                  <a:pt x="1946115" y="12911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F3E8D10-1FC1-0D74-F938-96FDB84FC28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520523" y="0"/>
            <a:ext cx="6671477" cy="6858000"/>
          </a:xfrm>
          <a:custGeom>
            <a:avLst/>
            <a:gdLst>
              <a:gd name="connsiteX0" fmla="*/ 1880384 w 6671477"/>
              <a:gd name="connsiteY0" fmla="*/ 0 h 6858000"/>
              <a:gd name="connsiteX1" fmla="*/ 6671477 w 6671477"/>
              <a:gd name="connsiteY1" fmla="*/ 0 h 6858000"/>
              <a:gd name="connsiteX2" fmla="*/ 6671477 w 6671477"/>
              <a:gd name="connsiteY2" fmla="*/ 6858000 h 6858000"/>
              <a:gd name="connsiteX3" fmla="*/ 0 w 6671477"/>
              <a:gd name="connsiteY3" fmla="*/ 6858000 h 6858000"/>
              <a:gd name="connsiteX4" fmla="*/ 36637 w 6671477"/>
              <a:gd name="connsiteY4" fmla="*/ 6782002 h 6858000"/>
              <a:gd name="connsiteX5" fmla="*/ 617033 w 6671477"/>
              <a:gd name="connsiteY5" fmla="*/ 4768301 h 6858000"/>
              <a:gd name="connsiteX6" fmla="*/ 1185672 w 6671477"/>
              <a:gd name="connsiteY6" fmla="*/ 1382831 h 6858000"/>
              <a:gd name="connsiteX7" fmla="*/ 1691913 w 6671477"/>
              <a:gd name="connsiteY7" fmla="*/ 35294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1477" h="6858000">
                <a:moveTo>
                  <a:pt x="1880384" y="0"/>
                </a:moveTo>
                <a:lnTo>
                  <a:pt x="6671477" y="0"/>
                </a:lnTo>
                <a:lnTo>
                  <a:pt x="6671477" y="6858000"/>
                </a:lnTo>
                <a:lnTo>
                  <a:pt x="0" y="6858000"/>
                </a:lnTo>
                <a:lnTo>
                  <a:pt x="36637" y="6782002"/>
                </a:lnTo>
                <a:cubicBezTo>
                  <a:pt x="348216" y="6102673"/>
                  <a:pt x="527717" y="5406326"/>
                  <a:pt x="617033" y="4768301"/>
                </a:cubicBezTo>
                <a:cubicBezTo>
                  <a:pt x="772856" y="3632683"/>
                  <a:pt x="640690" y="2680040"/>
                  <a:pt x="1185672" y="1382831"/>
                </a:cubicBezTo>
                <a:cubicBezTo>
                  <a:pt x="1321916" y="1058528"/>
                  <a:pt x="1500650" y="712320"/>
                  <a:pt x="1691913" y="35294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611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cover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4016436"/>
            <a:ext cx="4252632" cy="9954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429000"/>
            <a:ext cx="4252632" cy="58426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Thanks!</a:t>
            </a:r>
            <a:endParaRPr lang="en-PL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2B91E-6263-3DFE-2F5D-8D4CD3A79360}"/>
              </a:ext>
            </a:extLst>
          </p:cNvPr>
          <p:cNvSpPr txBox="1"/>
          <p:nvPr userDrawn="1"/>
        </p:nvSpPr>
        <p:spPr>
          <a:xfrm>
            <a:off x="550863" y="6086183"/>
            <a:ext cx="10515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800" dirty="0" err="1">
                <a:solidFill>
                  <a:schemeClr val="tx2"/>
                </a:solidFill>
              </a:rPr>
              <a:t>xebia.com</a:t>
            </a:r>
            <a:endParaRPr lang="en-GB" sz="1800" dirty="0">
              <a:solidFill>
                <a:schemeClr val="tx2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FFF42E6-A456-BD1D-C4C7-A3ADF1EF66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735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cover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D52A9A4-97F2-7F53-0D44-94858DC3118F}"/>
              </a:ext>
            </a:extLst>
          </p:cNvPr>
          <p:cNvSpPr/>
          <p:nvPr userDrawn="1"/>
        </p:nvSpPr>
        <p:spPr>
          <a:xfrm>
            <a:off x="2575367" y="-1"/>
            <a:ext cx="6967960" cy="6867819"/>
          </a:xfrm>
          <a:custGeom>
            <a:avLst/>
            <a:gdLst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6013048 w 7089494"/>
              <a:gd name="connsiteY3" fmla="*/ 668438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708949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7089494"/>
              <a:gd name="connsiteY0" fmla="*/ 0 h 6858001"/>
              <a:gd name="connsiteX1" fmla="*/ 1319514 w 7089494"/>
              <a:gd name="connsiteY1" fmla="*/ 0 h 6858001"/>
              <a:gd name="connsiteX2" fmla="*/ 7089494 w 7089494"/>
              <a:gd name="connsiteY2" fmla="*/ 6858001 h 6858001"/>
              <a:gd name="connsiteX3" fmla="*/ 5202820 w 7089494"/>
              <a:gd name="connsiteY3" fmla="*/ 6858001 h 6858001"/>
              <a:gd name="connsiteX4" fmla="*/ 0 w 7089494"/>
              <a:gd name="connsiteY4" fmla="*/ 0 h 6858001"/>
              <a:gd name="connsiteX0" fmla="*/ 0 w 6967960"/>
              <a:gd name="connsiteY0" fmla="*/ 0 h 6863789"/>
              <a:gd name="connsiteX1" fmla="*/ 1319514 w 6967960"/>
              <a:gd name="connsiteY1" fmla="*/ 0 h 6863789"/>
              <a:gd name="connsiteX2" fmla="*/ 6967960 w 6967960"/>
              <a:gd name="connsiteY2" fmla="*/ 6863789 h 6863789"/>
              <a:gd name="connsiteX3" fmla="*/ 5202820 w 6967960"/>
              <a:gd name="connsiteY3" fmla="*/ 6858001 h 6863789"/>
              <a:gd name="connsiteX4" fmla="*/ 0 w 6967960"/>
              <a:gd name="connsiteY4" fmla="*/ 0 h 6863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67960" h="6863789">
                <a:moveTo>
                  <a:pt x="0" y="0"/>
                </a:moveTo>
                <a:lnTo>
                  <a:pt x="1319514" y="0"/>
                </a:lnTo>
                <a:cubicBezTo>
                  <a:pt x="2322654" y="4375230"/>
                  <a:pt x="5044633" y="4577789"/>
                  <a:pt x="6967960" y="6863789"/>
                </a:cubicBezTo>
                <a:lnTo>
                  <a:pt x="5202820" y="6858001"/>
                </a:lnTo>
                <a:cubicBezTo>
                  <a:pt x="3624805" y="4299996"/>
                  <a:pt x="1196049" y="2708476"/>
                  <a:pt x="0" y="0"/>
                </a:cubicBezTo>
                <a:close/>
              </a:path>
            </a:pathLst>
          </a:custGeom>
          <a:solidFill>
            <a:srgbClr val="5B1E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26FE26-AFDB-F07C-663E-7C33DA7657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4037" y="4016436"/>
            <a:ext cx="4252632" cy="99542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Title Placeholder 10">
            <a:extLst>
              <a:ext uri="{FF2B5EF4-FFF2-40B4-BE49-F238E27FC236}">
                <a16:creationId xmlns:a16="http://schemas.microsoft.com/office/drawing/2014/main" id="{D0396193-2776-6A62-7DE8-4E7F91410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038" y="3429000"/>
            <a:ext cx="4252632" cy="58426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Thanks!</a:t>
            </a:r>
            <a:endParaRPr lang="en-PL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E48DFFF-E338-09B9-2477-E5D55A4DD2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958542" y="1"/>
            <a:ext cx="8233458" cy="6858000"/>
          </a:xfrm>
          <a:custGeom>
            <a:avLst/>
            <a:gdLst>
              <a:gd name="connsiteX0" fmla="*/ 0 w 8233458"/>
              <a:gd name="connsiteY0" fmla="*/ 0 h 6858000"/>
              <a:gd name="connsiteX1" fmla="*/ 8233458 w 8233458"/>
              <a:gd name="connsiteY1" fmla="*/ 0 h 6858000"/>
              <a:gd name="connsiteX2" fmla="*/ 8233458 w 8233458"/>
              <a:gd name="connsiteY2" fmla="*/ 6858000 h 6858000"/>
              <a:gd name="connsiteX3" fmla="*/ 5776855 w 8233458"/>
              <a:gd name="connsiteY3" fmla="*/ 6858000 h 6858000"/>
              <a:gd name="connsiteX4" fmla="*/ 2226297 w 8233458"/>
              <a:gd name="connsiteY4" fmla="*/ 3819525 h 6858000"/>
              <a:gd name="connsiteX5" fmla="*/ 0 w 823345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3458" h="6858000">
                <a:moveTo>
                  <a:pt x="0" y="0"/>
                </a:moveTo>
                <a:lnTo>
                  <a:pt x="8233458" y="0"/>
                </a:lnTo>
                <a:lnTo>
                  <a:pt x="8233458" y="6858000"/>
                </a:lnTo>
                <a:lnTo>
                  <a:pt x="5776855" y="6858000"/>
                </a:lnTo>
                <a:cubicBezTo>
                  <a:pt x="5776855" y="6858000"/>
                  <a:pt x="3771270" y="5153026"/>
                  <a:pt x="2226297" y="3819525"/>
                </a:cubicBezTo>
                <a:cubicBezTo>
                  <a:pt x="681323" y="2486025"/>
                  <a:pt x="0" y="0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2520000" rIns="2520000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GB" dirty="0"/>
              <a:t>You can add a photo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5547924-9C4A-ECA1-A5C7-F0DEF0CA22FA}"/>
              </a:ext>
            </a:extLst>
          </p:cNvPr>
          <p:cNvSpPr/>
          <p:nvPr userDrawn="1"/>
        </p:nvSpPr>
        <p:spPr>
          <a:xfrm>
            <a:off x="3003630" y="-1"/>
            <a:ext cx="6769849" cy="6867819"/>
          </a:xfrm>
          <a:custGeom>
            <a:avLst/>
            <a:gdLst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0 w 6765403"/>
              <a:gd name="connsiteY6" fmla="*/ 685800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5972537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58000"/>
              <a:gd name="connsiteX1" fmla="*/ 1030147 w 6765403"/>
              <a:gd name="connsiteY1" fmla="*/ 0 h 6858000"/>
              <a:gd name="connsiteX2" fmla="*/ 3237665 w 6765403"/>
              <a:gd name="connsiteY2" fmla="*/ 3818547 h 6858000"/>
              <a:gd name="connsiteX3" fmla="*/ 6758275 w 6765403"/>
              <a:gd name="connsiteY3" fmla="*/ 6856244 h 6858000"/>
              <a:gd name="connsiteX4" fmla="*/ 6765403 w 6765403"/>
              <a:gd name="connsiteY4" fmla="*/ 6856244 h 6858000"/>
              <a:gd name="connsiteX5" fmla="*/ 6765403 w 6765403"/>
              <a:gd name="connsiteY5" fmla="*/ 6858000 h 6858000"/>
              <a:gd name="connsiteX6" fmla="*/ 6400800 w 6765403"/>
              <a:gd name="connsiteY6" fmla="*/ 6834850 h 6858000"/>
              <a:gd name="connsiteX7" fmla="*/ 0 w 6765403"/>
              <a:gd name="connsiteY7" fmla="*/ 0 h 6858000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765403"/>
              <a:gd name="connsiteY0" fmla="*/ 0 h 6869574"/>
              <a:gd name="connsiteX1" fmla="*/ 1030147 w 6765403"/>
              <a:gd name="connsiteY1" fmla="*/ 0 h 6869574"/>
              <a:gd name="connsiteX2" fmla="*/ 3237665 w 6765403"/>
              <a:gd name="connsiteY2" fmla="*/ 3818547 h 6869574"/>
              <a:gd name="connsiteX3" fmla="*/ 6758275 w 6765403"/>
              <a:gd name="connsiteY3" fmla="*/ 6856244 h 6869574"/>
              <a:gd name="connsiteX4" fmla="*/ 6765403 w 6765403"/>
              <a:gd name="connsiteY4" fmla="*/ 6856244 h 6869574"/>
              <a:gd name="connsiteX5" fmla="*/ 6765403 w 6765403"/>
              <a:gd name="connsiteY5" fmla="*/ 6858000 h 6869574"/>
              <a:gd name="connsiteX6" fmla="*/ 6423950 w 6765403"/>
              <a:gd name="connsiteY6" fmla="*/ 6869574 h 6869574"/>
              <a:gd name="connsiteX7" fmla="*/ 0 w 6765403"/>
              <a:gd name="connsiteY7" fmla="*/ 0 h 6869574"/>
              <a:gd name="connsiteX0" fmla="*/ 0 w 6117221"/>
              <a:gd name="connsiteY0" fmla="*/ 0 h 6875361"/>
              <a:gd name="connsiteX1" fmla="*/ 381965 w 6117221"/>
              <a:gd name="connsiteY1" fmla="*/ 5787 h 6875361"/>
              <a:gd name="connsiteX2" fmla="*/ 2589483 w 6117221"/>
              <a:gd name="connsiteY2" fmla="*/ 3824334 h 6875361"/>
              <a:gd name="connsiteX3" fmla="*/ 6110093 w 6117221"/>
              <a:gd name="connsiteY3" fmla="*/ 6862031 h 6875361"/>
              <a:gd name="connsiteX4" fmla="*/ 6117221 w 6117221"/>
              <a:gd name="connsiteY4" fmla="*/ 6862031 h 6875361"/>
              <a:gd name="connsiteX5" fmla="*/ 6117221 w 6117221"/>
              <a:gd name="connsiteY5" fmla="*/ 6863787 h 6875361"/>
              <a:gd name="connsiteX6" fmla="*/ 5775768 w 6117221"/>
              <a:gd name="connsiteY6" fmla="*/ 6875361 h 6875361"/>
              <a:gd name="connsiteX7" fmla="*/ 0 w 6117221"/>
              <a:gd name="connsiteY7" fmla="*/ 0 h 6875361"/>
              <a:gd name="connsiteX0" fmla="*/ 0 w 6701742"/>
              <a:gd name="connsiteY0" fmla="*/ 1 h 6869574"/>
              <a:gd name="connsiteX1" fmla="*/ 966486 w 6701742"/>
              <a:gd name="connsiteY1" fmla="*/ 0 h 6869574"/>
              <a:gd name="connsiteX2" fmla="*/ 3174004 w 6701742"/>
              <a:gd name="connsiteY2" fmla="*/ 3818547 h 6869574"/>
              <a:gd name="connsiteX3" fmla="*/ 6694614 w 6701742"/>
              <a:gd name="connsiteY3" fmla="*/ 6856244 h 6869574"/>
              <a:gd name="connsiteX4" fmla="*/ 6701742 w 6701742"/>
              <a:gd name="connsiteY4" fmla="*/ 6856244 h 6869574"/>
              <a:gd name="connsiteX5" fmla="*/ 6701742 w 6701742"/>
              <a:gd name="connsiteY5" fmla="*/ 6858000 h 6869574"/>
              <a:gd name="connsiteX6" fmla="*/ 6360289 w 6701742"/>
              <a:gd name="connsiteY6" fmla="*/ 6869574 h 6869574"/>
              <a:gd name="connsiteX7" fmla="*/ 0 w 6701742"/>
              <a:gd name="connsiteY7" fmla="*/ 1 h 6869574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863787"/>
              <a:gd name="connsiteX1" fmla="*/ 966486 w 6701742"/>
              <a:gd name="connsiteY1" fmla="*/ 0 h 6863787"/>
              <a:gd name="connsiteX2" fmla="*/ 3174004 w 6701742"/>
              <a:gd name="connsiteY2" fmla="*/ 3818547 h 6863787"/>
              <a:gd name="connsiteX3" fmla="*/ 6694614 w 6701742"/>
              <a:gd name="connsiteY3" fmla="*/ 6856244 h 6863787"/>
              <a:gd name="connsiteX4" fmla="*/ 6701742 w 6701742"/>
              <a:gd name="connsiteY4" fmla="*/ 6856244 h 6863787"/>
              <a:gd name="connsiteX5" fmla="*/ 6701742 w 6701742"/>
              <a:gd name="connsiteY5" fmla="*/ 6858000 h 6863787"/>
              <a:gd name="connsiteX6" fmla="*/ 6354502 w 6701742"/>
              <a:gd name="connsiteY6" fmla="*/ 6863787 h 6863787"/>
              <a:gd name="connsiteX7" fmla="*/ 0 w 6701742"/>
              <a:gd name="connsiteY7" fmla="*/ 1 h 6863787"/>
              <a:gd name="connsiteX0" fmla="*/ 0 w 6701742"/>
              <a:gd name="connsiteY0" fmla="*/ 1 h 6939023"/>
              <a:gd name="connsiteX1" fmla="*/ 966486 w 6701742"/>
              <a:gd name="connsiteY1" fmla="*/ 0 h 6939023"/>
              <a:gd name="connsiteX2" fmla="*/ 3174004 w 6701742"/>
              <a:gd name="connsiteY2" fmla="*/ 3818547 h 6939023"/>
              <a:gd name="connsiteX3" fmla="*/ 6694614 w 6701742"/>
              <a:gd name="connsiteY3" fmla="*/ 6856244 h 6939023"/>
              <a:gd name="connsiteX4" fmla="*/ 6701742 w 6701742"/>
              <a:gd name="connsiteY4" fmla="*/ 6856244 h 6939023"/>
              <a:gd name="connsiteX5" fmla="*/ 6643869 w 6701742"/>
              <a:gd name="connsiteY5" fmla="*/ 6939023 h 6939023"/>
              <a:gd name="connsiteX6" fmla="*/ 6354502 w 6701742"/>
              <a:gd name="connsiteY6" fmla="*/ 6863787 h 6939023"/>
              <a:gd name="connsiteX7" fmla="*/ 0 w 6701742"/>
              <a:gd name="connsiteY7" fmla="*/ 1 h 6939023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694614 w 6776977"/>
              <a:gd name="connsiteY3" fmla="*/ 6856244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76977"/>
              <a:gd name="connsiteY0" fmla="*/ 1 h 7070376"/>
              <a:gd name="connsiteX1" fmla="*/ 966486 w 6776977"/>
              <a:gd name="connsiteY1" fmla="*/ 0 h 7070376"/>
              <a:gd name="connsiteX2" fmla="*/ 3174004 w 6776977"/>
              <a:gd name="connsiteY2" fmla="*/ 3818547 h 7070376"/>
              <a:gd name="connsiteX3" fmla="*/ 6769849 w 6776977"/>
              <a:gd name="connsiteY3" fmla="*/ 6867819 h 7070376"/>
              <a:gd name="connsiteX4" fmla="*/ 6776977 w 6776977"/>
              <a:gd name="connsiteY4" fmla="*/ 7070376 h 7070376"/>
              <a:gd name="connsiteX5" fmla="*/ 6643869 w 6776977"/>
              <a:gd name="connsiteY5" fmla="*/ 6939023 h 7070376"/>
              <a:gd name="connsiteX6" fmla="*/ 6354502 w 6776977"/>
              <a:gd name="connsiteY6" fmla="*/ 6863787 h 7070376"/>
              <a:gd name="connsiteX7" fmla="*/ 0 w 6776977"/>
              <a:gd name="connsiteY7" fmla="*/ 1 h 7070376"/>
              <a:gd name="connsiteX0" fmla="*/ 0 w 6769849"/>
              <a:gd name="connsiteY0" fmla="*/ 1 h 6939023"/>
              <a:gd name="connsiteX1" fmla="*/ 966486 w 6769849"/>
              <a:gd name="connsiteY1" fmla="*/ 0 h 6939023"/>
              <a:gd name="connsiteX2" fmla="*/ 3174004 w 6769849"/>
              <a:gd name="connsiteY2" fmla="*/ 3818547 h 6939023"/>
              <a:gd name="connsiteX3" fmla="*/ 6769849 w 6769849"/>
              <a:gd name="connsiteY3" fmla="*/ 6867819 h 6939023"/>
              <a:gd name="connsiteX4" fmla="*/ 6643869 w 6769849"/>
              <a:gd name="connsiteY4" fmla="*/ 6939023 h 6939023"/>
              <a:gd name="connsiteX5" fmla="*/ 6354502 w 6769849"/>
              <a:gd name="connsiteY5" fmla="*/ 6863787 h 6939023"/>
              <a:gd name="connsiteX6" fmla="*/ 0 w 6769849"/>
              <a:gd name="connsiteY6" fmla="*/ 1 h 6939023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74004 w 6769849"/>
              <a:gd name="connsiteY2" fmla="*/ 3818547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266602 w 6769849"/>
              <a:gd name="connsiteY2" fmla="*/ 3679650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04557 w 6769849"/>
              <a:gd name="connsiteY2" fmla="*/ 3859058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029321 w 6769849"/>
              <a:gd name="connsiteY2" fmla="*/ 3673863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  <a:gd name="connsiteX0" fmla="*/ 0 w 6769849"/>
              <a:gd name="connsiteY0" fmla="*/ 1 h 6867819"/>
              <a:gd name="connsiteX1" fmla="*/ 966486 w 6769849"/>
              <a:gd name="connsiteY1" fmla="*/ 0 h 6867819"/>
              <a:gd name="connsiteX2" fmla="*/ 3127706 w 6769849"/>
              <a:gd name="connsiteY2" fmla="*/ 3754885 h 6867819"/>
              <a:gd name="connsiteX3" fmla="*/ 6769849 w 6769849"/>
              <a:gd name="connsiteY3" fmla="*/ 6867819 h 6867819"/>
              <a:gd name="connsiteX4" fmla="*/ 6354502 w 6769849"/>
              <a:gd name="connsiteY4" fmla="*/ 6863787 h 6867819"/>
              <a:gd name="connsiteX5" fmla="*/ 0 w 6769849"/>
              <a:gd name="connsiteY5" fmla="*/ 1 h 6867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9849" h="6867819">
                <a:moveTo>
                  <a:pt x="0" y="1"/>
                </a:moveTo>
                <a:lnTo>
                  <a:pt x="966486" y="0"/>
                </a:lnTo>
                <a:cubicBezTo>
                  <a:pt x="1135707" y="386604"/>
                  <a:pt x="1763052" y="2599757"/>
                  <a:pt x="3127706" y="3754885"/>
                </a:cubicBezTo>
                <a:cubicBezTo>
                  <a:pt x="4467217" y="4888731"/>
                  <a:pt x="6074732" y="6204424"/>
                  <a:pt x="6769849" y="6867819"/>
                </a:cubicBezTo>
                <a:lnTo>
                  <a:pt x="6354502" y="6863787"/>
                </a:lnTo>
                <a:cubicBezTo>
                  <a:pt x="3923818" y="4398380"/>
                  <a:pt x="1533646" y="3946967"/>
                  <a:pt x="0" y="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C2B91E-6263-3DFE-2F5D-8D4CD3A79360}"/>
              </a:ext>
            </a:extLst>
          </p:cNvPr>
          <p:cNvSpPr txBox="1"/>
          <p:nvPr userDrawn="1"/>
        </p:nvSpPr>
        <p:spPr>
          <a:xfrm>
            <a:off x="550863" y="6086183"/>
            <a:ext cx="105157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GB" sz="1800" dirty="0" err="1">
                <a:solidFill>
                  <a:schemeClr val="accent3"/>
                </a:solidFill>
              </a:rPr>
              <a:t>xebia.com</a:t>
            </a:r>
            <a:endParaRPr lang="en-GB" sz="1800" dirty="0">
              <a:solidFill>
                <a:schemeClr val="accent3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6B500E9-9A83-15DB-09B2-5C18BB6C1F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125" y="533282"/>
            <a:ext cx="1255744" cy="4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894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663FBB-EF9F-3E1B-108D-63CA29DF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825625"/>
            <a:ext cx="11093450" cy="44831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6E93499-EFB0-CC96-CEB4-CEDC25EC9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1138" y="6311096"/>
            <a:ext cx="550862" cy="54690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5"/>
                </a:solidFill>
              </a:defRPr>
            </a:lvl1pPr>
          </a:lstStyle>
          <a:p>
            <a:fld id="{B55D9570-D3FC-6D43-AC32-D988B1849109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1B2BDAE8-5075-CC4B-53CB-FB986C28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038" y="549476"/>
            <a:ext cx="11090275" cy="11316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4111661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99" r:id="rId8"/>
    <p:sldLayoutId id="2147483704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705" r:id="rId25"/>
    <p:sldLayoutId id="2147483700" r:id="rId26"/>
    <p:sldLayoutId id="2147483701" r:id="rId27"/>
    <p:sldLayoutId id="2147483702" r:id="rId28"/>
    <p:sldLayoutId id="2147483703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47" userDrawn="1">
          <p15:clr>
            <a:srgbClr val="F26B43"/>
          </p15:clr>
        </p15:guide>
        <p15:guide id="4" pos="7333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Navigating the Pitfalls of Rapid Development</a:t>
            </a:r>
          </a:p>
          <a:p>
            <a:r>
              <a:t>Eric Greene  |  Xebia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 but Fragile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3" b="23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Why AI Shifts Quality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Volume, plausibility, and the "looks right" problem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Quality Dimensions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Correctness, maintainability, security, and tests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Metrics That Matter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Signals worth tracking and vanity metrics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Where AI Code Breaks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Logic errors, outdated patterns, hallucinations, security gaps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Building a Safety Net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Human review, automated gates, static analysis, CI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6C1D5F"/>
                </a:solidFill>
              </a:rPr>
              <a:t>Standards First</a:t>
            </a:r>
          </a:p>
          <a:p>
            <a:pPr>
              <a:spcAft>
                <a:spcPts val="2200"/>
              </a:spcAft>
            </a:pPr>
            <a:r>
              <a:rPr sz="1500" b="0">
                <a:solidFill>
                  <a:srgbClr val="595959"/>
                </a:solidFill>
              </a:rPr>
              <a:t>Instructions and specs that steer AI toward quality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7E160A-0514-EFDC-B468-65BCB476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Changes the Quality Conversation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57784" y="1965960"/>
            <a:ext cx="3447288" cy="1920240"/>
          </a:xfrm>
          <a:prstGeom prst="roundRect">
            <a:avLst>
              <a:gd name="adj" fmla="val 6000"/>
            </a:avLst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56031" bIns="256031" wrap="square"/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Volume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More code than reviewers can read closely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9976" y="1965960"/>
            <a:ext cx="3447288" cy="1920240"/>
          </a:xfrm>
          <a:prstGeom prst="roundRect">
            <a:avLst>
              <a:gd name="adj" fmla="val 6000"/>
            </a:avLst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56031" bIns="256031" wrap="square"/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Plausibility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Clean names, docstrings, and confident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2167" y="1965960"/>
            <a:ext cx="3447288" cy="1920240"/>
          </a:xfrm>
          <a:prstGeom prst="roundRect">
            <a:avLst>
              <a:gd name="adj" fmla="val 6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56031" bIns="256031" wrap="square"/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“Looks right”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Reviewers relax when code reads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4343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6C1D5F"/>
                </a:solidFill>
                <a:latin typeface="Arial"/>
              </a:rPr>
              <a:t>The bottleneck moves from writing code to verifying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AI Code Tends to Break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57784" y="187451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2103" y="2148839"/>
            <a:ext cx="640080" cy="64008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0784" y="2148839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Subtle logic errors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C1D5F"/>
                </a:solidFill>
                <a:latin typeface="Consolas"/>
              </a:rPr>
              <a:t>if amount &gt; 100: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The requirement said “$100 or more”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7451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9672" y="2148839"/>
            <a:ext cx="640080" cy="64008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2148839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Outdated patterns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C1D5F"/>
                </a:solidFill>
                <a:latin typeface="Consolas"/>
              </a:rPr>
              <a:t>datetime.utcnow()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Deprecated since Python 3.12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397763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3" y="4251959"/>
            <a:ext cx="640080" cy="64008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0784" y="4251959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Hallucinated APIs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C1D5F"/>
                </a:solidFill>
                <a:latin typeface="Consolas"/>
              </a:rPr>
              <a:t>statistics.quantile(totals, 0.95)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A plausible name that doesn't exist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97763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4251959"/>
            <a:ext cx="640080" cy="64008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4251959"/>
            <a:ext cx="4023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Silent security gaps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C1D5F"/>
                </a:solidFill>
                <a:latin typeface="Consolas"/>
              </a:rPr>
              <a:t>f"... WHERE email = '{email}'"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Works perfectly for honest input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“Looks Right”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1  ·  about 15 minutes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2" sz="quarter"/>
          </p:nvPr>
        </p:nvPicPr>
        <p:blipFill>
          <a:blip r:embed="rId3"/>
          <a:srcRect t="4" b="4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Box 4"/>
          <p:cNvSpPr txBox="1"/>
          <p:nvPr/>
        </p:nvSpPr>
        <p:spPr>
          <a:xfrm>
            <a:off x="6099048" y="4754880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4DDEC"/>
                </a:solidFill>
                <a:latin typeface="Consolas"/>
              </a:rPr>
              <a:t>demos/01-looks-right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Dimensions That Matter Most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Oval 3"/>
          <p:cNvSpPr/>
          <p:nvPr/>
        </p:nvSpPr>
        <p:spPr>
          <a:xfrm>
            <a:off x="557784" y="1874519"/>
            <a:ext cx="731520" cy="731520"/>
          </a:xfrm>
          <a:prstGeom prst="ellipse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278892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Correctness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Does what the requirement says, at every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443484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46304" bIns="146304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C1D5F"/>
                </a:solidFill>
                <a:latin typeface="Arial"/>
              </a:rPr>
              <a:t>AI risk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Matches the request's shape, misses its details</a:t>
            </a:r>
          </a:p>
        </p:txBody>
      </p:sp>
      <p:sp>
        <p:nvSpPr>
          <p:cNvPr id="7" name="Oval 6"/>
          <p:cNvSpPr/>
          <p:nvPr/>
        </p:nvSpPr>
        <p:spPr>
          <a:xfrm>
            <a:off x="3401568" y="1874519"/>
            <a:ext cx="731520" cy="73152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278892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Maintainability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Readable, typed, and consistent with the codebase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443484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46304" bIns="146304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C1D5F"/>
                </a:solidFill>
                <a:latin typeface="Arial"/>
              </a:rPr>
              <a:t>AI risk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Mixed styles and outdated idioms</a:t>
            </a:r>
          </a:p>
        </p:txBody>
      </p:sp>
      <p:sp>
        <p:nvSpPr>
          <p:cNvPr id="10" name="Oval 9"/>
          <p:cNvSpPr/>
          <p:nvPr/>
        </p:nvSpPr>
        <p:spPr>
          <a:xfrm>
            <a:off x="6245352" y="1874519"/>
            <a:ext cx="731520" cy="731520"/>
          </a:xfrm>
          <a:prstGeom prst="ellipse">
            <a:avLst/>
          </a:prstGeom>
          <a:solidFill>
            <a:srgbClr val="5A1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278892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Security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Safe with hostile input and unguessable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43484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46304" bIns="146304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C1D5F"/>
                </a:solidFill>
                <a:latin typeface="Arial"/>
              </a:rPr>
              <a:t>AI risk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Insecure patterns copied from training data</a:t>
            </a:r>
          </a:p>
        </p:txBody>
      </p:sp>
      <p:sp>
        <p:nvSpPr>
          <p:cNvPr id="13" name="Oval 12"/>
          <p:cNvSpPr/>
          <p:nvPr/>
        </p:nvSpPr>
        <p:spPr>
          <a:xfrm>
            <a:off x="9089136" y="1874519"/>
            <a:ext cx="731520" cy="731520"/>
          </a:xfrm>
          <a:prstGeom prst="ellipse">
            <a:avLst/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2788920"/>
            <a:ext cx="2560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491E47"/>
                </a:solidFill>
                <a:latin typeface="Arial"/>
              </a:rPr>
              <a:t>Test coverage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Tests that fail when the code is wrong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9136" y="4434840"/>
            <a:ext cx="2560320" cy="1234440"/>
          </a:xfrm>
          <a:prstGeom prst="roundRect">
            <a:avLst>
              <a:gd name="adj" fmla="val 6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46304" bIns="146304" wrap="square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C1D5F"/>
                </a:solidFill>
                <a:latin typeface="Arial"/>
              </a:rPr>
              <a:t>AI risk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Tests written to pass, not to catch bugs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Worth Tracking, and Metrics That Mislead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57784" y="1874519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92608" bIns="292608" wrap="square"/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Worth tracking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Mutation score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E4DDEC"/>
                </a:solidFill>
                <a:latin typeface="Arial"/>
              </a:rPr>
              <a:t>Would the tests catch a bug?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Escaped defects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E4DDEC"/>
                </a:solidFill>
                <a:latin typeface="Arial"/>
              </a:rPr>
              <a:t>What got past review and testing?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Arial"/>
              </a:rPr>
              <a:t>Change fail and rework rates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E4DDEC"/>
                </a:solidFill>
                <a:latin typeface="Arial"/>
              </a:rPr>
              <a:t>DORA's measures of unstable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874519"/>
            <a:ext cx="5394960" cy="3931920"/>
          </a:xfrm>
          <a:prstGeom prst="roundRect">
            <a:avLst>
              <a:gd name="adj" fmla="val 4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92608" bIns="292608" wrap="square"/>
          <a:lstStyle/>
          <a:p>
            <a:pPr algn="l">
              <a:spcAft>
                <a:spcPts val="1800"/>
              </a:spcAft>
            </a:pPr>
            <a:r>
              <a:rPr sz="2400" b="1" i="0">
                <a:solidFill>
                  <a:srgbClr val="491E47"/>
                </a:solidFill>
                <a:latin typeface="Arial"/>
              </a:rPr>
              <a:t>Misleading on their own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491E47"/>
                </a:solidFill>
                <a:latin typeface="Arial"/>
              </a:rPr>
              <a:t>Lines of AI-generated code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Volume isn't value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491E47"/>
                </a:solidFill>
                <a:latin typeface="Arial"/>
              </a:rPr>
              <a:t>Suggestion acceptance rate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Measures trust, not correctness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491E47"/>
                </a:solidFill>
                <a:latin typeface="Arial"/>
              </a:rPr>
              <a:t>Coverage percentage alone</a:t>
            </a:r>
          </a:p>
          <a:p>
            <a:pPr algn="l">
              <a:spcAft>
                <a:spcPts val="160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Proves lines ran, nothing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Coverage Isn't Confidence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2  ·  about 15 minutes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2" sz="quarter"/>
          </p:nvPr>
        </p:nvPicPr>
        <p:blipFill>
          <a:blip r:embed="rId3"/>
          <a:srcRect t="6" b="6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Box 4"/>
          <p:cNvSpPr txBox="1"/>
          <p:nvPr/>
        </p:nvSpPr>
        <p:spPr>
          <a:xfrm>
            <a:off x="6099048" y="4754880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4DDEC"/>
                </a:solidFill>
                <a:latin typeface="Consolas"/>
              </a:rPr>
              <a:t>demos/02-coverage-isnt-confidence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Layered Safety Net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57784" y="192024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31089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Instructions and specs steer what gets generated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51176" y="2286000"/>
            <a:ext cx="224028" cy="274320"/>
          </a:xfrm>
          <a:prstGeom prst="rightArrow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48356" y="192024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7E5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Editor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4075" y="31089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Copilot reviews the change before you commit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1748" y="2286000"/>
            <a:ext cx="224028" cy="274320"/>
          </a:xfrm>
          <a:prstGeom prst="rightArrow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8928" y="192024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Local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31089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Lint, strict types, and tests in one command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32320" y="2286000"/>
            <a:ext cx="224028" cy="274320"/>
          </a:xfrm>
          <a:prstGeom prst="rightArrow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29500" y="192024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5A1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CI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5220" y="31089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The same gate, where nobody can skip it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22892" y="2286000"/>
            <a:ext cx="224028" cy="274320"/>
          </a:xfrm>
          <a:prstGeom prst="rightArrow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182880" bIns="18288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20072" y="192024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bIns="73152" wrap="square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Human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5792" y="31089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95959"/>
                </a:solidFill>
                <a:latin typeface="Arial"/>
              </a:rPr>
              <a:t>Requirements, intent, and judgment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7784" y="4160520"/>
            <a:ext cx="11082528" cy="1005840"/>
          </a:xfrm>
          <a:prstGeom prst="roundRect">
            <a:avLst>
              <a:gd name="adj" fmla="val 10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1" bIns="256031" wrap="square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6C1D5F"/>
                </a:solidFill>
                <a:latin typeface="Arial"/>
              </a:rPr>
              <a:t>Automate what a tool can check, so reviewers spend attention where only people can help.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Gates Tuned for AI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5120640" cy="0"/>
          </a:xfrm>
        </p:spPr>
        <p:txBody>
          <a:bodyPr/>
          <a:lstStyle/>
          <a:p>
            <a:r>
              <a:t>Type checking catches hallucinated APIs</a:t>
            </a:r>
          </a:p>
          <a:p>
            <a:r>
              <a:t>Security rules flag injection and weak randomness</a:t>
            </a:r>
          </a:p>
          <a:p>
            <a:r>
              <a:t>Deprecation warnings fail the test run</a:t>
            </a:r>
          </a:p>
          <a:p>
            <a:r>
              <a:t>Coverage is a floor, not a goal</a:t>
            </a:r>
          </a:p>
          <a:p>
            <a:r>
              <a:t>Fix findings; never suppress them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806440" y="1874519"/>
            <a:ext cx="5833872" cy="3749039"/>
          </a:xfrm>
          <a:prstGeom prst="roundRect">
            <a:avLst>
              <a:gd name="adj" fmla="val 4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65760" rIns="365760" tIns="292608" bIns="292608" wrap="square"/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9D92B2"/>
                </a:solidFill>
                <a:latin typeface="Consolas"/>
              </a:rPr>
              <a:t>pyproject.toml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[tool.ruff.lint]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select = ["E", "F", "B", "UP",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          "S", "DTZ", "BLE"]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[tool.mypy]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strict = true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[tool.pytest.ini_options]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filterwarnings = [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</a:rPr>
              <a:t>    "error::DeprecationWarning"]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Automated Gates and the Copilot Review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3  ·  about 20 minutes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2" sz="quarter"/>
          </p:nvPr>
        </p:nvPicPr>
        <p:blipFill>
          <a:blip r:embed="rId3"/>
          <a:srcRect t="16" b="16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Box 4"/>
          <p:cNvSpPr txBox="1"/>
          <p:nvPr/>
        </p:nvSpPr>
        <p:spPr>
          <a:xfrm>
            <a:off x="6099048" y="4754880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4DDEC"/>
                </a:solidFill>
                <a:latin typeface="Consolas"/>
              </a:rPr>
              <a:t>demos/03-safety-net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Standards Copilot Actually Reads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4" name="Rounded Rectangle 3"/>
          <p:cNvSpPr/>
          <p:nvPr/>
        </p:nvSpPr>
        <p:spPr>
          <a:xfrm>
            <a:off x="557784" y="1874519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19456" bIns="219456" wrap="square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.github/copilot-instructions.md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874519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95959"/>
                </a:solidFill>
                <a:latin typeface="Arial"/>
              </a:rPr>
              <a:t>Repo-wide standards for every chat, agent, and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" y="2971800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19456" bIns="219456" wrap="square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.github/instructions/*.instructions.md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971800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95959"/>
                </a:solidFill>
                <a:latin typeface="Arial"/>
              </a:rPr>
              <a:t>Rules scoped to file patterns with applyTo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4069079"/>
            <a:ext cx="5212080" cy="868680"/>
          </a:xfrm>
          <a:prstGeom prst="roundRect">
            <a:avLst>
              <a:gd name="adj" fmla="val 10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19456" bIns="219456" wrap="square"/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.github/prompts/*.prompt.md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069079"/>
            <a:ext cx="5577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95959"/>
                </a:solidFill>
                <a:latin typeface="Arial"/>
              </a:rPr>
              <a:t>Reusable team prompts, run as slash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5212080"/>
            <a:ext cx="11082528" cy="777240"/>
          </a:xfrm>
          <a:prstGeom prst="roundRect">
            <a:avLst>
              <a:gd name="adj" fmla="val 10000"/>
            </a:avLst>
          </a:prstGeom>
          <a:solidFill>
            <a:srgbClr val="EF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56031" bIns="256031" wrap="square"/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6C1D5F"/>
                </a:solidFill>
                <a:latin typeface="Arial"/>
              </a:rPr>
              <a:t>Start with the comments you keep leaving in code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Spec-Driven Development with Spec Kit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cxnSp>
        <p:nvCxnSpPr>
          <p:cNvPr id="4" name="Connector 3"/>
          <p:cNvCxnSpPr/>
          <p:nvPr/>
        </p:nvCxnSpPr>
        <p:spPr>
          <a:xfrm>
            <a:off x="1481328" y="2400300"/>
            <a:ext cx="9235439" cy="0"/>
          </a:xfrm>
          <a:prstGeom prst="line">
            <a:avLst/>
          </a:prstGeom>
          <a:ln w="38100">
            <a:solidFill>
              <a:srgbClr val="9D9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46988" y="1965960"/>
            <a:ext cx="868680" cy="868680"/>
          </a:xfrm>
          <a:prstGeom prst="ellipse">
            <a:avLst/>
          </a:prstGeom>
          <a:solidFill>
            <a:srgbClr val="9D9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Constitution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Principles every plan must meet</a:t>
            </a:r>
          </a:p>
        </p:txBody>
      </p:sp>
      <p:sp>
        <p:nvSpPr>
          <p:cNvPr id="7" name="Oval 6"/>
          <p:cNvSpPr/>
          <p:nvPr/>
        </p:nvSpPr>
        <p:spPr>
          <a:xfrm>
            <a:off x="2894076" y="1965960"/>
            <a:ext cx="868680" cy="868680"/>
          </a:xfrm>
          <a:prstGeom prst="ellipse">
            <a:avLst/>
          </a:prstGeom>
          <a:solidFill>
            <a:srgbClr val="7E5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591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Specify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What and why, boundaries included</a:t>
            </a:r>
          </a:p>
        </p:txBody>
      </p:sp>
      <p:sp>
        <p:nvSpPr>
          <p:cNvPr id="9" name="Oval 8"/>
          <p:cNvSpPr/>
          <p:nvPr/>
        </p:nvSpPr>
        <p:spPr>
          <a:xfrm>
            <a:off x="4741164" y="1965960"/>
            <a:ext cx="868680" cy="868680"/>
          </a:xfrm>
          <a:prstGeom prst="ellipse">
            <a:avLst/>
          </a:prstGeom>
          <a:solidFill>
            <a:srgbClr val="6C1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Plan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How, checked against the constitution</a:t>
            </a:r>
          </a:p>
        </p:txBody>
      </p:sp>
      <p:sp>
        <p:nvSpPr>
          <p:cNvPr id="11" name="Oval 10"/>
          <p:cNvSpPr/>
          <p:nvPr/>
        </p:nvSpPr>
        <p:spPr>
          <a:xfrm>
            <a:off x="6588252" y="1965960"/>
            <a:ext cx="868680" cy="868680"/>
          </a:xfrm>
          <a:prstGeom prst="ellipse">
            <a:avLst/>
          </a:prstGeom>
          <a:solidFill>
            <a:srgbClr val="5A1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Tasks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Small, ordered steps, tests first</a:t>
            </a:r>
          </a:p>
        </p:txBody>
      </p:sp>
      <p:sp>
        <p:nvSpPr>
          <p:cNvPr id="13" name="Oval 12"/>
          <p:cNvSpPr/>
          <p:nvPr/>
        </p:nvSpPr>
        <p:spPr>
          <a:xfrm>
            <a:off x="8435340" y="1965960"/>
            <a:ext cx="868680" cy="868680"/>
          </a:xfrm>
          <a:prstGeom prst="ellipse">
            <a:avLst/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Implement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The agent builds from the tasks</a:t>
            </a:r>
          </a:p>
        </p:txBody>
      </p:sp>
      <p:sp>
        <p:nvSpPr>
          <p:cNvPr id="15" name="Oval 14"/>
          <p:cNvSpPr/>
          <p:nvPr/>
        </p:nvSpPr>
        <p:spPr>
          <a:xfrm>
            <a:off x="10282428" y="1965960"/>
            <a:ext cx="868680" cy="868680"/>
          </a:xfrm>
          <a:prstGeom prst="ellipse">
            <a:avLst/>
          </a:prstGeom>
          <a:solidFill>
            <a:srgbClr val="331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8944" y="3017520"/>
            <a:ext cx="175564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491E47"/>
                </a:solidFill>
                <a:latin typeface="Arial"/>
              </a:rPr>
              <a:t>Converge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Arial"/>
              </a:rPr>
              <a:t>Finds work the spec still needs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" y="4846320"/>
            <a:ext cx="6035040" cy="731520"/>
          </a:xfrm>
          <a:prstGeom prst="roundRect">
            <a:avLst>
              <a:gd name="adj" fmla="val 12000"/>
            </a:avLst>
          </a:prstGeom>
          <a:solidFill>
            <a:srgbClr val="491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19456" bIns="219456"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</a:rPr>
              <a:t>specify init --here --integration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95959"/>
                </a:solidFill>
                <a:latin typeface="Arial"/>
              </a:rPr>
              <a:t>Adds /speckit-* commands to Copilot Chat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Standards First with Spec Kit and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4  ·  about 20 minutes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2" sz="quarter"/>
          </p:nvPr>
        </p:nvPicPr>
        <p:blipFill>
          <a:blip r:embed="rId3"/>
          <a:srcRect t="15494" b="15494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  <p:sp>
        <p:nvSpPr>
          <p:cNvPr id="5" name="TextBox 4"/>
          <p:cNvSpPr txBox="1"/>
          <p:nvPr/>
        </p:nvSpPr>
        <p:spPr>
          <a:xfrm>
            <a:off x="6099048" y="4754880"/>
            <a:ext cx="5541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4DDEC"/>
                </a:solidFill>
                <a:latin typeface="Consolas"/>
              </a:rPr>
              <a:t>demos/04-standards-first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</a:rPr>
              <a:t>Turn on strict typing and security lint rules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</a:rPr>
              <a:t>Fail the build on deprecation warnings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</a:rPr>
              <a:t>Report mutation score alongside coverage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</a:rPr>
              <a:t>Turn review comments into Copilot instructions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595959"/>
                </a:solidFill>
              </a:rPr>
              <a:t>Pilot Spec Kit on one well-bounded feature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Five changes you can start this month</a:t>
            </a:r>
          </a:p>
        </p:txBody>
      </p:sp>
      <p:pic>
        <p:nvPicPr>
          <p:cNvPr id="5" name="Picture Placeholder 4" descr="image.jpg"/>
          <p:cNvPicPr>
            <a:picLocks noGrp="1" noChangeAspect="1"/>
          </p:cNvPicPr>
          <p:nvPr>
            <p:ph type="pic" idx="12" sz="quarter"/>
          </p:nvPr>
        </p:nvPicPr>
        <p:blipFill>
          <a:blip r:embed="rId3"/>
          <a:srcRect l="95" r="95"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499901-7039-A0DA-0378-0454A496E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E75B84-B7E0-4C4B-AC9D-894B0C074E7C}" type="slidenum">
              <a:rPr lang="en-PL" smtClean="0"/>
              <a:pPr/>
              <a:t>‹#›</a:t>
            </a:fld>
            <a:endParaRPr lang="en-P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Eric Greene</a:t>
            </a:r>
          </a:p>
          <a:p>
            <a:r>
              <a:t>eric.greene@xebia.com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pic>
        <p:nvPicPr>
          <p:cNvPr id="4" name="Picture Placeholder 3" descr="image.jp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23" b="23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Xebia">
      <a:dk1>
        <a:srgbClr val="595959"/>
      </a:dk1>
      <a:lt1>
        <a:srgbClr val="FFFFFF"/>
      </a:lt1>
      <a:dk2>
        <a:srgbClr val="6C1D5F"/>
      </a:dk2>
      <a:lt2>
        <a:srgbClr val="E7E6E6"/>
      </a:lt2>
      <a:accent1>
        <a:srgbClr val="491E47"/>
      </a:accent1>
      <a:accent2>
        <a:srgbClr val="5C4F61"/>
      </a:accent2>
      <a:accent3>
        <a:srgbClr val="9D92B2"/>
      </a:accent3>
      <a:accent4>
        <a:srgbClr val="F7F8FC"/>
      </a:accent4>
      <a:accent5>
        <a:srgbClr val="A1A1A1"/>
      </a:accent5>
      <a:accent6>
        <a:srgbClr val="222222"/>
      </a:accent6>
      <a:hlink>
        <a:srgbClr val="06A99C"/>
      </a:hlink>
      <a:folHlink>
        <a:srgbClr val="FF61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4" id="{D0CF30C0-046A-754F-8837-E9AE9AAB34A8}" vid="{063F94BA-A1EB-EC42-BDF6-3BAE2419E3B7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429cfea-3f0d-4981-afe7-a053f7e299d1" xsi:nil="true"/>
    <lcf76f155ced4ddcb4097134ff3c332f xmlns="0e9c8240-0719-4f83-aadb-247aaf4e8de8">
      <Terms xmlns="http://schemas.microsoft.com/office/infopath/2007/PartnerControls"/>
    </lcf76f155ced4ddcb4097134ff3c332f>
    <SharedWithUsers xmlns="5429cfea-3f0d-4981-afe7-a053f7e299d1">
      <UserInfo>
        <DisplayName>Mark van Holsteijn</DisplayName>
        <AccountId>176</AccountId>
        <AccountType/>
      </UserInfo>
      <UserInfo>
        <DisplayName>Helen George</DisplayName>
        <AccountId>100</AccountId>
        <AccountType/>
      </UserInfo>
      <UserInfo>
        <DisplayName>SharingLinks.63f329ba-d967-4e2d-9e73-8049d22482e0.Flexible.425a05da-91c8-4f83-93c3-8c09d042b607</DisplayName>
        <AccountId>34</AccountId>
        <AccountType/>
      </UserInfo>
      <UserInfo>
        <DisplayName>Vivian Andringa</DisplayName>
        <AccountId>120</AccountId>
        <AccountType/>
      </UserInfo>
      <UserInfo>
        <DisplayName>Keith Landis</DisplayName>
        <AccountId>70</AccountId>
        <AccountType/>
      </UserInfo>
      <UserInfo>
        <DisplayName>Maureen Elsberry</DisplayName>
        <AccountId>44</AccountId>
        <AccountType/>
      </UserInfo>
      <UserInfo>
        <DisplayName>Israel Barriga</DisplayName>
        <AccountId>89</AccountId>
        <AccountType/>
      </UserInfo>
      <UserInfo>
        <DisplayName>Vivian Andringa</DisplayName>
        <AccountId>112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E81B3CF7ADF648A6EB7541842D17A0" ma:contentTypeVersion="15" ma:contentTypeDescription="Een nieuw document maken." ma:contentTypeScope="" ma:versionID="81c1c1ccc732741dd2d37df4029929c0">
  <xsd:schema xmlns:xsd="http://www.w3.org/2001/XMLSchema" xmlns:xs="http://www.w3.org/2001/XMLSchema" xmlns:p="http://schemas.microsoft.com/office/2006/metadata/properties" xmlns:ns2="0e9c8240-0719-4f83-aadb-247aaf4e8de8" xmlns:ns3="5429cfea-3f0d-4981-afe7-a053f7e299d1" targetNamespace="http://schemas.microsoft.com/office/2006/metadata/properties" ma:root="true" ma:fieldsID="f3ae7d64ef20f0e43788b5c1083d35e7" ns2:_="" ns3:_="">
    <xsd:import namespace="0e9c8240-0719-4f83-aadb-247aaf4e8de8"/>
    <xsd:import namespace="5429cfea-3f0d-4981-afe7-a053f7e299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9c8240-0719-4f83-aadb-247aaf4e8d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cfea-3f0d-4981-afe7-a053f7e299d1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a2d4676-6b97-4279-950a-ddc4bb98c9ea}" ma:internalName="TaxCatchAll" ma:showField="CatchAllData" ma:web="5429cfea-3f0d-4981-afe7-a053f7e299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7BF0F8-7136-465C-A2E0-57A9192CF1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A13215-7381-4E66-93E2-484FCC1A2A68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5429cfea-3f0d-4981-afe7-a053f7e299d1"/>
    <ds:schemaRef ds:uri="http://purl.org/dc/dcmitype/"/>
    <ds:schemaRef ds:uri="http://schemas.microsoft.com/office/infopath/2007/PartnerControls"/>
    <ds:schemaRef ds:uri="http://purl.org/dc/terms/"/>
    <ds:schemaRef ds:uri="0e9c8240-0719-4f83-aadb-247aaf4e8de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A223097-69D6-45EB-AA94-D02C864265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9c8240-0719-4f83-aadb-247aaf4e8de8"/>
    <ds:schemaRef ds:uri="5429cfea-3f0d-4981-afe7-a053f7e299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Xebia_General-Template</Template>
  <TotalTime>0</TotalTime>
  <Words>806</Words>
  <Application>Microsoft Office PowerPoint</Application>
  <PresentationFormat>Widescreen</PresentationFormat>
  <Paragraphs>117</Paragraphs>
  <Slides>37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Custom Design</vt:lpstr>
      <vt:lpstr>PPT General Template</vt:lpstr>
      <vt:lpstr>Best practices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Martha Garron</dc:creator>
  <cp:lastModifiedBy>Martha Garron</cp:lastModifiedBy>
  <cp:revision>1</cp:revision>
  <cp:lastPrinted>2023-11-23T01:40:48Z</cp:lastPrinted>
  <dcterms:created xsi:type="dcterms:W3CDTF">2025-01-23T01:36:07Z</dcterms:created>
  <dcterms:modified xsi:type="dcterms:W3CDTF">2025-01-23T01:36:43Z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0x01010070E81B3CF7ADF648A6EB7541842D17A0</vt:lpwstr>
  </property>
  <property fmtid="{D5CDD505-2E9C-101B-9397-08002B2CF9AE}" pid="3" name="MediaServiceImageTags">
    <vt:lpwstr/>
  </property>
</Properties>
</file>